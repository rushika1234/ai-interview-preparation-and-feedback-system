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Lst>
  <p:sldIdLst>
    <p:sldId id="256" r:id="rId4"/>
    <p:sldId id="257" r:id="rId5"/>
    <p:sldId id="260" r:id="rId6"/>
    <p:sldId id="278" r:id="rId7"/>
    <p:sldId id="279" r:id="rId8"/>
    <p:sldId id="280" r:id="rId9"/>
    <p:sldId id="272" r:id="rId10"/>
    <p:sldId id="274" r:id="rId11"/>
    <p:sldId id="262" r:id="rId12"/>
    <p:sldId id="276" r:id="rId13"/>
    <p:sldId id="266" r:id="rId14"/>
    <p:sldId id="267" r:id="rId1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1" userDrawn="1">
          <p15:clr>
            <a:srgbClr val="A4A3A4"/>
          </p15:clr>
        </p15:guide>
        <p15:guide id="2" pos="21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725" y="53"/>
      </p:cViewPr>
      <p:guideLst>
        <p:guide orient="horz" pos="2881"/>
        <p:guide pos="218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png"/><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3.png"/><Relationship Id="rId2" Type="http://schemas.openxmlformats.org/officeDocument/2006/relationships/tags" Target="../tags/tag12.xml"/><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image" Target="../media/image4.png"/><Relationship Id="rId2" Type="http://schemas.openxmlformats.org/officeDocument/2006/relationships/tags" Target="../tags/tag17.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image" Target="../media/image5.png"/><Relationship Id="rId2" Type="http://schemas.openxmlformats.org/officeDocument/2006/relationships/tags" Target="../tags/tag53.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276860"/>
          </a:xfrm>
          <a:prstGeom prst="rect">
            <a:avLst/>
          </a:prstGeom>
        </p:spPr>
        <p:txBody>
          <a:bodyPr wrap="square" lIns="0" tIns="0" rIns="0" bIns="0">
            <a:spAutoFit/>
          </a:bodyPr>
          <a:lstStyle>
            <a:lvl1pPr>
              <a:defRPr sz="1800" b="0" i="0">
                <a:solidFill>
                  <a:schemeClr val="tx1"/>
                </a:solidFill>
                <a:latin typeface="+mn-lt"/>
                <a:cs typeface="Verdana" panose="020B0604030504040204"/>
              </a:defRPr>
            </a:lvl1pPr>
          </a:lstStyle>
          <a:p/>
        </p:txBody>
      </p:sp>
      <p:sp>
        <p:nvSpPr>
          <p:cNvPr id="3" name="Holder 3"/>
          <p:cNvSpPr>
            <a:spLocks noGrp="1"/>
          </p:cNvSpPr>
          <p:nvPr>
            <p:ph type="subTitle" idx="4"/>
          </p:nvPr>
        </p:nvSpPr>
        <p:spPr>
          <a:xfrm>
            <a:off x="1828800" y="3840480"/>
            <a:ext cx="8534400" cy="276860"/>
          </a:xfrm>
          <a:prstGeom prst="rect">
            <a:avLst/>
          </a:prstGeom>
        </p:spPr>
        <p:txBody>
          <a:bodyPr wrap="square" lIns="0" tIns="0" rIns="0" bIns="0">
            <a:spAutoFit/>
          </a:bodyPr>
          <a:lstStyle>
            <a:lvl1pPr>
              <a:defRPr sz="1800" b="0" i="0">
                <a:solidFill>
                  <a:schemeClr val="tx1"/>
                </a:solidFill>
                <a:latin typeface="+mn-lt"/>
                <a:cs typeface="Calibri" panose="020F0502020204030204"/>
              </a:defRPr>
            </a:lvl1pPr>
          </a:lstStyle>
          <a:p/>
        </p:txBody>
      </p:sp>
      <p:sp>
        <p:nvSpPr>
          <p:cNvPr id="4" name="Holder 4"/>
          <p:cNvSpPr>
            <a:spLocks noGrp="1"/>
          </p:cNvSpPr>
          <p:nvPr>
            <p:ph type="ftr" sz="quarter" idx="5"/>
          </p:nvPr>
        </p:nvSpPr>
        <p:spPr>
          <a:xfrm>
            <a:off x="3756025" y="6433904"/>
            <a:ext cx="4819015" cy="180340"/>
          </a:xfrm>
        </p:spPr>
        <p:txBody>
          <a:bodyPr lIns="0" tIns="0" rIns="0" bIns="0"/>
          <a:lstStyle>
            <a:lvl1pPr>
              <a:defRPr sz="1200" b="0" i="0">
                <a:solidFill>
                  <a:srgbClr val="FF0000"/>
                </a:solidFill>
                <a:latin typeface="+mn-lt"/>
                <a:cs typeface="Times New Roman" panose="02020603050405020304"/>
              </a:defRPr>
            </a:lvl1pPr>
          </a:lstStyle>
          <a:p>
            <a:pPr marL="633095">
              <a:lnSpc>
                <a:spcPts val="1410"/>
              </a:lnSpc>
            </a:pPr>
            <a:r>
              <a:rPr dirty="0"/>
              <a:t>Malla</a:t>
            </a:r>
            <a:r>
              <a:rPr spc="10" dirty="0"/>
              <a:t> </a:t>
            </a:r>
            <a:r>
              <a:rPr dirty="0"/>
              <a:t>Reddy</a:t>
            </a:r>
            <a:r>
              <a:rPr spc="-40" dirty="0"/>
              <a:t> </a:t>
            </a:r>
            <a:r>
              <a:rPr dirty="0"/>
              <a:t>Engineering</a:t>
            </a:r>
            <a:r>
              <a:rPr spc="-35" dirty="0"/>
              <a:t> </a:t>
            </a:r>
            <a:r>
              <a:rPr dirty="0"/>
              <a:t>College</a:t>
            </a:r>
            <a:r>
              <a:rPr spc="-45" dirty="0"/>
              <a:t> </a:t>
            </a:r>
            <a:r>
              <a:rPr dirty="0"/>
              <a:t>for</a:t>
            </a:r>
            <a:r>
              <a:rPr spc="-65" dirty="0"/>
              <a:t> </a:t>
            </a:r>
            <a:r>
              <a:rPr spc="-10" dirty="0"/>
              <a:t>Women</a:t>
            </a:r>
            <a:r>
              <a:rPr spc="-35" dirty="0"/>
              <a:t> </a:t>
            </a:r>
            <a:r>
              <a:rPr dirty="0"/>
              <a:t>(</a:t>
            </a:r>
            <a:r>
              <a:rPr spc="-60" dirty="0"/>
              <a:t> </a:t>
            </a:r>
            <a:r>
              <a:rPr dirty="0"/>
              <a:t>UGC</a:t>
            </a:r>
            <a:r>
              <a:rPr spc="-75" dirty="0"/>
              <a:t> </a:t>
            </a:r>
            <a:r>
              <a:rPr dirty="0"/>
              <a:t>Autonomous</a:t>
            </a:r>
            <a:r>
              <a:rPr spc="15" dirty="0"/>
              <a:t> </a:t>
            </a:r>
            <a:r>
              <a:rPr spc="-50" dirty="0"/>
              <a:t>)</a:t>
            </a:r>
            <a:endParaRPr spc="-5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52717" y="254952"/>
            <a:ext cx="3283585" cy="276860"/>
          </a:xfrm>
        </p:spPr>
        <p:txBody>
          <a:bodyPr lIns="0" tIns="0" rIns="0" bIns="0"/>
          <a:lstStyle>
            <a:lvl1pPr>
              <a:defRPr sz="1800" b="0" i="0">
                <a:solidFill>
                  <a:schemeClr val="tx1"/>
                </a:solidFill>
                <a:latin typeface="+mj-lt"/>
                <a:cs typeface="Verdana" panose="020B0604030504040204"/>
              </a:defRPr>
            </a:lvl1pPr>
          </a:lstStyle>
          <a:p/>
        </p:txBody>
      </p:sp>
      <p:sp>
        <p:nvSpPr>
          <p:cNvPr id="3" name="Holder 3"/>
          <p:cNvSpPr>
            <a:spLocks noGrp="1"/>
          </p:cNvSpPr>
          <p:nvPr>
            <p:ph type="body" idx="1"/>
          </p:nvPr>
        </p:nvSpPr>
        <p:spPr>
          <a:xfrm>
            <a:off x="2256535" y="1798891"/>
            <a:ext cx="6614795" cy="276860"/>
          </a:xfrm>
        </p:spPr>
        <p:txBody>
          <a:bodyPr lIns="0" tIns="0" rIns="0" bIns="0"/>
          <a:lstStyle>
            <a:lvl1pPr>
              <a:defRPr sz="1800" b="0" i="0">
                <a:solidFill>
                  <a:schemeClr val="tx1"/>
                </a:solidFill>
                <a:latin typeface="+mn-lt"/>
                <a:cs typeface="Calibri" panose="020F0502020204030204"/>
              </a:defRPr>
            </a:lvl1pPr>
          </a:lstStyle>
          <a:p/>
        </p:txBody>
      </p:sp>
      <p:sp>
        <p:nvSpPr>
          <p:cNvPr id="4" name="Holder 4"/>
          <p:cNvSpPr>
            <a:spLocks noGrp="1"/>
          </p:cNvSpPr>
          <p:nvPr>
            <p:ph type="ftr" sz="quarter" idx="5"/>
          </p:nvPr>
        </p:nvSpPr>
        <p:spPr>
          <a:xfrm>
            <a:off x="3756025" y="6433904"/>
            <a:ext cx="4819015" cy="180340"/>
          </a:xfrm>
        </p:spPr>
        <p:txBody>
          <a:bodyPr lIns="0" tIns="0" rIns="0" bIns="0"/>
          <a:lstStyle>
            <a:lvl1pPr>
              <a:defRPr sz="1200" b="0" i="0">
                <a:solidFill>
                  <a:srgbClr val="FF0000"/>
                </a:solidFill>
                <a:latin typeface="+mn-lt"/>
                <a:cs typeface="Times New Roman" panose="02020603050405020304"/>
              </a:defRPr>
            </a:lvl1pPr>
          </a:lstStyle>
          <a:p>
            <a:pPr marL="633095">
              <a:lnSpc>
                <a:spcPts val="1410"/>
              </a:lnSpc>
            </a:pPr>
            <a:r>
              <a:rPr dirty="0"/>
              <a:t>Malla</a:t>
            </a:r>
            <a:r>
              <a:rPr spc="10" dirty="0"/>
              <a:t> </a:t>
            </a:r>
            <a:r>
              <a:rPr dirty="0"/>
              <a:t>Reddy</a:t>
            </a:r>
            <a:r>
              <a:rPr spc="-40" dirty="0"/>
              <a:t> </a:t>
            </a:r>
            <a:r>
              <a:rPr dirty="0"/>
              <a:t>Engineering</a:t>
            </a:r>
            <a:r>
              <a:rPr spc="-35" dirty="0"/>
              <a:t> </a:t>
            </a:r>
            <a:r>
              <a:rPr dirty="0"/>
              <a:t>College</a:t>
            </a:r>
            <a:r>
              <a:rPr spc="-45" dirty="0"/>
              <a:t> </a:t>
            </a:r>
            <a:r>
              <a:rPr dirty="0"/>
              <a:t>for</a:t>
            </a:r>
            <a:r>
              <a:rPr spc="-65" dirty="0"/>
              <a:t> </a:t>
            </a:r>
            <a:r>
              <a:rPr spc="-10" dirty="0"/>
              <a:t>Women</a:t>
            </a:r>
            <a:r>
              <a:rPr spc="-35" dirty="0"/>
              <a:t> </a:t>
            </a:r>
            <a:r>
              <a:rPr dirty="0"/>
              <a:t>(</a:t>
            </a:r>
            <a:r>
              <a:rPr spc="-60" dirty="0"/>
              <a:t> </a:t>
            </a:r>
            <a:r>
              <a:rPr dirty="0"/>
              <a:t>UGC</a:t>
            </a:r>
            <a:r>
              <a:rPr spc="-75" dirty="0"/>
              <a:t> </a:t>
            </a:r>
            <a:r>
              <a:rPr dirty="0"/>
              <a:t>Autonomous</a:t>
            </a:r>
            <a:r>
              <a:rPr spc="15" dirty="0"/>
              <a:t> </a:t>
            </a:r>
            <a:r>
              <a:rPr spc="-50" dirty="0"/>
              <a:t>)</a:t>
            </a:r>
            <a:endParaRPr spc="-50"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52717" y="254952"/>
            <a:ext cx="3283585" cy="276860"/>
          </a:xfrm>
        </p:spPr>
        <p:txBody>
          <a:bodyPr lIns="0" tIns="0" rIns="0" bIns="0"/>
          <a:lstStyle>
            <a:lvl1pPr>
              <a:defRPr sz="1800" b="0" i="0">
                <a:solidFill>
                  <a:schemeClr val="tx1"/>
                </a:solidFill>
                <a:latin typeface="+mj-lt"/>
                <a:cs typeface="Verdana" panose="020B0604030504040204"/>
              </a:defRPr>
            </a:lvl1pPr>
          </a:lstStyle>
          <a:p/>
        </p:txBody>
      </p:sp>
      <p:sp>
        <p:nvSpPr>
          <p:cNvPr id="3" name="Holder 3"/>
          <p:cNvSpPr>
            <a:spLocks noGrp="1"/>
          </p:cNvSpPr>
          <p:nvPr>
            <p:ph sz="half" idx="2"/>
          </p:nvPr>
        </p:nvSpPr>
        <p:spPr>
          <a:xfrm>
            <a:off x="609600" y="1577340"/>
            <a:ext cx="5303520" cy="276860"/>
          </a:xfrm>
          <a:prstGeom prst="rect">
            <a:avLst/>
          </a:prstGeom>
        </p:spPr>
        <p:txBody>
          <a:bodyPr wrap="square" lIns="0" tIns="0" rIns="0" bIns="0">
            <a:spAutoFit/>
          </a:bodyPr>
          <a:lstStyle>
            <a:lvl1pPr>
              <a:defRPr>
                <a:latin typeface="+mn-lt"/>
              </a:defRPr>
            </a:lvl1pPr>
          </a:lstStyle>
          <a:p/>
        </p:txBody>
      </p:sp>
      <p:sp>
        <p:nvSpPr>
          <p:cNvPr id="4" name="Holder 4"/>
          <p:cNvSpPr>
            <a:spLocks noGrp="1"/>
          </p:cNvSpPr>
          <p:nvPr>
            <p:ph sz="half" idx="3"/>
          </p:nvPr>
        </p:nvSpPr>
        <p:spPr>
          <a:xfrm>
            <a:off x="6278880" y="1577340"/>
            <a:ext cx="5303520" cy="276860"/>
          </a:xfrm>
          <a:prstGeom prst="rect">
            <a:avLst/>
          </a:prstGeom>
        </p:spPr>
        <p:txBody>
          <a:bodyPr wrap="square" lIns="0" tIns="0" rIns="0" bIns="0">
            <a:spAutoFit/>
          </a:bodyPr>
          <a:lstStyle>
            <a:lvl1pPr>
              <a:defRPr>
                <a:latin typeface="+mn-lt"/>
              </a:defRPr>
            </a:lvl1pPr>
          </a:lstStyle>
          <a:p/>
        </p:txBody>
      </p:sp>
      <p:sp>
        <p:nvSpPr>
          <p:cNvPr id="5" name="Holder 5"/>
          <p:cNvSpPr>
            <a:spLocks noGrp="1"/>
          </p:cNvSpPr>
          <p:nvPr>
            <p:ph type="ftr" sz="quarter" idx="5"/>
          </p:nvPr>
        </p:nvSpPr>
        <p:spPr>
          <a:xfrm>
            <a:off x="3756025" y="6433904"/>
            <a:ext cx="4819015" cy="180340"/>
          </a:xfrm>
        </p:spPr>
        <p:txBody>
          <a:bodyPr lIns="0" tIns="0" rIns="0" bIns="0"/>
          <a:lstStyle>
            <a:lvl1pPr>
              <a:defRPr sz="1200" b="0" i="0">
                <a:solidFill>
                  <a:srgbClr val="FF0000"/>
                </a:solidFill>
                <a:latin typeface="+mn-lt"/>
                <a:cs typeface="Times New Roman" panose="02020603050405020304"/>
              </a:defRPr>
            </a:lvl1pPr>
          </a:lstStyle>
          <a:p>
            <a:pPr marL="633095">
              <a:lnSpc>
                <a:spcPts val="1410"/>
              </a:lnSpc>
            </a:pPr>
            <a:r>
              <a:rPr dirty="0"/>
              <a:t>Malla</a:t>
            </a:r>
            <a:r>
              <a:rPr spc="10" dirty="0"/>
              <a:t> </a:t>
            </a:r>
            <a:r>
              <a:rPr dirty="0"/>
              <a:t>Reddy</a:t>
            </a:r>
            <a:r>
              <a:rPr spc="-40" dirty="0"/>
              <a:t> </a:t>
            </a:r>
            <a:r>
              <a:rPr dirty="0"/>
              <a:t>Engineering</a:t>
            </a:r>
            <a:r>
              <a:rPr spc="-35" dirty="0"/>
              <a:t> </a:t>
            </a:r>
            <a:r>
              <a:rPr dirty="0"/>
              <a:t>College</a:t>
            </a:r>
            <a:r>
              <a:rPr spc="-45" dirty="0"/>
              <a:t> </a:t>
            </a:r>
            <a:r>
              <a:rPr dirty="0"/>
              <a:t>for</a:t>
            </a:r>
            <a:r>
              <a:rPr spc="-65" dirty="0"/>
              <a:t> </a:t>
            </a:r>
            <a:r>
              <a:rPr spc="-10" dirty="0"/>
              <a:t>Women</a:t>
            </a:r>
            <a:r>
              <a:rPr spc="-35" dirty="0"/>
              <a:t> </a:t>
            </a:r>
            <a:r>
              <a:rPr dirty="0"/>
              <a:t>(</a:t>
            </a:r>
            <a:r>
              <a:rPr spc="-60" dirty="0"/>
              <a:t> </a:t>
            </a:r>
            <a:r>
              <a:rPr dirty="0"/>
              <a:t>UGC</a:t>
            </a:r>
            <a:r>
              <a:rPr spc="-75" dirty="0"/>
              <a:t> </a:t>
            </a:r>
            <a:r>
              <a:rPr dirty="0"/>
              <a:t>Autonomous</a:t>
            </a:r>
            <a:r>
              <a:rPr spc="15" dirty="0"/>
              <a:t> </a:t>
            </a:r>
            <a:r>
              <a:rPr spc="-50" dirty="0"/>
              <a:t>)</a:t>
            </a:r>
            <a:endParaRPr spc="-50"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52717" y="254952"/>
            <a:ext cx="3283585" cy="276860"/>
          </a:xfrm>
        </p:spPr>
        <p:txBody>
          <a:bodyPr lIns="0" tIns="0" rIns="0" bIns="0"/>
          <a:lstStyle>
            <a:lvl1pPr>
              <a:defRPr sz="1800" b="0" i="0">
                <a:solidFill>
                  <a:schemeClr val="tx1"/>
                </a:solidFill>
                <a:latin typeface="+mj-lt"/>
                <a:cs typeface="Verdana" panose="020B0604030504040204"/>
              </a:defRPr>
            </a:lvl1pPr>
          </a:lstStyle>
          <a:p/>
        </p:txBody>
      </p:sp>
      <p:sp>
        <p:nvSpPr>
          <p:cNvPr id="3" name="Holder 3"/>
          <p:cNvSpPr>
            <a:spLocks noGrp="1"/>
          </p:cNvSpPr>
          <p:nvPr>
            <p:ph type="ftr" sz="quarter" idx="5"/>
          </p:nvPr>
        </p:nvSpPr>
        <p:spPr>
          <a:xfrm>
            <a:off x="3756025" y="6433904"/>
            <a:ext cx="4819015" cy="180340"/>
          </a:xfrm>
        </p:spPr>
        <p:txBody>
          <a:bodyPr lIns="0" tIns="0" rIns="0" bIns="0"/>
          <a:lstStyle>
            <a:lvl1pPr>
              <a:defRPr sz="1200" b="0" i="0">
                <a:solidFill>
                  <a:srgbClr val="FF0000"/>
                </a:solidFill>
                <a:latin typeface="+mn-lt"/>
                <a:cs typeface="Times New Roman" panose="02020603050405020304"/>
              </a:defRPr>
            </a:lvl1pPr>
          </a:lstStyle>
          <a:p>
            <a:pPr marL="633095">
              <a:lnSpc>
                <a:spcPts val="1410"/>
              </a:lnSpc>
            </a:pPr>
            <a:r>
              <a:rPr dirty="0"/>
              <a:t>Malla</a:t>
            </a:r>
            <a:r>
              <a:rPr spc="10" dirty="0"/>
              <a:t> </a:t>
            </a:r>
            <a:r>
              <a:rPr dirty="0"/>
              <a:t>Reddy</a:t>
            </a:r>
            <a:r>
              <a:rPr spc="-40" dirty="0"/>
              <a:t> </a:t>
            </a:r>
            <a:r>
              <a:rPr dirty="0"/>
              <a:t>Engineering</a:t>
            </a:r>
            <a:r>
              <a:rPr spc="-35" dirty="0"/>
              <a:t> </a:t>
            </a:r>
            <a:r>
              <a:rPr dirty="0"/>
              <a:t>College</a:t>
            </a:r>
            <a:r>
              <a:rPr spc="-45" dirty="0"/>
              <a:t> </a:t>
            </a:r>
            <a:r>
              <a:rPr dirty="0"/>
              <a:t>for</a:t>
            </a:r>
            <a:r>
              <a:rPr spc="-65" dirty="0"/>
              <a:t> </a:t>
            </a:r>
            <a:r>
              <a:rPr spc="-10" dirty="0"/>
              <a:t>Women</a:t>
            </a:r>
            <a:r>
              <a:rPr spc="-35" dirty="0"/>
              <a:t> </a:t>
            </a:r>
            <a:r>
              <a:rPr dirty="0"/>
              <a:t>(</a:t>
            </a:r>
            <a:r>
              <a:rPr spc="-60" dirty="0"/>
              <a:t> </a:t>
            </a:r>
            <a:r>
              <a:rPr dirty="0"/>
              <a:t>UGC</a:t>
            </a:r>
            <a:r>
              <a:rPr spc="-75" dirty="0"/>
              <a:t> </a:t>
            </a:r>
            <a:r>
              <a:rPr dirty="0"/>
              <a:t>Autonomous</a:t>
            </a:r>
            <a:r>
              <a:rPr spc="15" dirty="0"/>
              <a:t> </a:t>
            </a:r>
            <a:r>
              <a:rPr spc="-50" dirty="0"/>
              <a:t>)</a:t>
            </a:r>
            <a:endParaRPr spc="-50"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3756025" y="6433904"/>
            <a:ext cx="4819015" cy="180340"/>
          </a:xfrm>
        </p:spPr>
        <p:txBody>
          <a:bodyPr lIns="0" tIns="0" rIns="0" bIns="0"/>
          <a:lstStyle>
            <a:lvl1pPr>
              <a:defRPr sz="1200" b="0" i="0">
                <a:solidFill>
                  <a:srgbClr val="FF0000"/>
                </a:solidFill>
                <a:latin typeface="+mn-lt"/>
                <a:cs typeface="Times New Roman" panose="02020603050405020304"/>
              </a:defRPr>
            </a:lvl1pPr>
          </a:lstStyle>
          <a:p>
            <a:pPr marL="633095">
              <a:lnSpc>
                <a:spcPts val="1410"/>
              </a:lnSpc>
            </a:pPr>
            <a:r>
              <a:rPr dirty="0"/>
              <a:t>Malla</a:t>
            </a:r>
            <a:r>
              <a:rPr spc="10" dirty="0"/>
              <a:t> </a:t>
            </a:r>
            <a:r>
              <a:rPr dirty="0"/>
              <a:t>Reddy</a:t>
            </a:r>
            <a:r>
              <a:rPr spc="-40" dirty="0"/>
              <a:t> </a:t>
            </a:r>
            <a:r>
              <a:rPr dirty="0"/>
              <a:t>Engineering</a:t>
            </a:r>
            <a:r>
              <a:rPr spc="-35" dirty="0"/>
              <a:t> </a:t>
            </a:r>
            <a:r>
              <a:rPr dirty="0"/>
              <a:t>College</a:t>
            </a:r>
            <a:r>
              <a:rPr spc="-45" dirty="0"/>
              <a:t> </a:t>
            </a:r>
            <a:r>
              <a:rPr dirty="0"/>
              <a:t>for</a:t>
            </a:r>
            <a:r>
              <a:rPr spc="-65" dirty="0"/>
              <a:t> </a:t>
            </a:r>
            <a:r>
              <a:rPr spc="-10" dirty="0"/>
              <a:t>Women</a:t>
            </a:r>
            <a:r>
              <a:rPr spc="-35" dirty="0"/>
              <a:t> </a:t>
            </a:r>
            <a:r>
              <a:rPr dirty="0"/>
              <a:t>(</a:t>
            </a:r>
            <a:r>
              <a:rPr spc="-60" dirty="0"/>
              <a:t> </a:t>
            </a:r>
            <a:r>
              <a:rPr dirty="0"/>
              <a:t>UGC</a:t>
            </a:r>
            <a:r>
              <a:rPr spc="-75" dirty="0"/>
              <a:t> </a:t>
            </a:r>
            <a:r>
              <a:rPr dirty="0"/>
              <a:t>Autonomous</a:t>
            </a:r>
            <a:r>
              <a:rPr spc="15" dirty="0"/>
              <a:t> </a:t>
            </a:r>
            <a:r>
              <a:rPr spc="-50" dirty="0"/>
              <a:t>)</a:t>
            </a:r>
            <a:endParaRPr spc="-50"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pic>
        <p:nvPicPr>
          <p:cNvPr id="7" name="@png_bg"/>
          <p:cNvPicPr>
            <a:picLocks noChangeAspect="1"/>
          </p:cNvPicPr>
          <p:nvPr>
            <p:custDataLst>
              <p:tags r:id="rId2"/>
            </p:custDataLst>
          </p:nvPr>
        </p:nvPicPr>
        <p:blipFill>
          <a:blip r:embed="rId3"/>
          <a:stretch>
            <a:fillRect/>
          </a:stretch>
        </p:blipFill>
        <p:spPr>
          <a:xfrm>
            <a:off x="1414923" y="1742132"/>
            <a:ext cx="10777077" cy="5115868"/>
          </a:xfrm>
          <a:prstGeom prst="rect">
            <a:avLst/>
          </a:prstGeom>
        </p:spPr>
      </p:pic>
      <p:sp>
        <p:nvSpPr>
          <p:cNvPr id="2" name="标题 1"/>
          <p:cNvSpPr>
            <a:spLocks noGrp="1"/>
          </p:cNvSpPr>
          <p:nvPr>
            <p:ph type="ctrTitle" hasCustomPrompt="1"/>
            <p:custDataLst>
              <p:tags r:id="rId4"/>
            </p:custDataLst>
          </p:nvPr>
        </p:nvSpPr>
        <p:spPr>
          <a:xfrm>
            <a:off x="694690" y="1306195"/>
            <a:ext cx="6951980" cy="2449195"/>
          </a:xfrm>
        </p:spPr>
        <p:txBody>
          <a:bodyPr anchor="b">
            <a:normAutofit/>
          </a:bodyPr>
          <a:lstStyle>
            <a:lvl1pPr algn="l">
              <a:lnSpc>
                <a:spcPct val="100000"/>
              </a:lnSpc>
              <a:defRPr sz="5400">
                <a:latin typeface="+mj-lt"/>
                <a:sym typeface="Arial" panose="020B0604020202020204" pitchFamily="34" charset="0"/>
              </a:defRPr>
            </a:lvl1pPr>
          </a:lstStyle>
          <a:p>
            <a:r>
              <a:rPr lang="en-US" dirty="0">
                <a:sym typeface="+mn-ea"/>
              </a:rPr>
              <a:t>Click to add title</a:t>
            </a:r>
            <a:endParaRPr lang="en-US" dirty="0">
              <a:latin typeface="+mj-lt"/>
            </a:endParaRPr>
          </a:p>
        </p:txBody>
      </p:sp>
      <p:sp>
        <p:nvSpPr>
          <p:cNvPr id="24" name="署名占位符 10"/>
          <p:cNvSpPr>
            <a:spLocks noGrp="1"/>
          </p:cNvSpPr>
          <p:nvPr>
            <p:ph type="body" sz="quarter" idx="17" hasCustomPrompt="1"/>
            <p:custDataLst>
              <p:tags r:id="rId5"/>
            </p:custDataLst>
          </p:nvPr>
        </p:nvSpPr>
        <p:spPr>
          <a:xfrm>
            <a:off x="694690" y="4182110"/>
            <a:ext cx="3918585" cy="504190"/>
          </a:xfrm>
        </p:spPr>
        <p:txBody>
          <a:bodyPr anchor="ctr">
            <a:normAutofit/>
          </a:bodyPr>
          <a:lstStyle>
            <a:lvl1pPr marL="0" indent="0" algn="l">
              <a:lnSpc>
                <a:spcPct val="100000"/>
              </a:lnSpc>
              <a:buNone/>
              <a:defRPr sz="1800">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8"/>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9"/>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20"/>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4" name="@png_bg"/>
          <p:cNvPicPr>
            <a:picLocks noChangeAspect="1"/>
          </p:cNvPicPr>
          <p:nvPr>
            <p:custDataLst>
              <p:tags r:id="rId2"/>
            </p:custDataLst>
          </p:nvPr>
        </p:nvPicPr>
        <p:blipFill>
          <a:blip r:embed="rId3"/>
          <a:stretch>
            <a:fillRect/>
          </a:stretch>
        </p:blipFill>
        <p:spPr>
          <a:xfrm>
            <a:off x="0" y="2551882"/>
            <a:ext cx="7341844" cy="4302942"/>
          </a:xfrm>
          <a:prstGeom prst="rect">
            <a:avLst/>
          </a:prstGeom>
        </p:spPr>
      </p:pic>
      <p:sp>
        <p:nvSpPr>
          <p:cNvPr id="2" name="标题 1"/>
          <p:cNvSpPr>
            <a:spLocks noGrp="1"/>
          </p:cNvSpPr>
          <p:nvPr>
            <p:ph type="title" hasCustomPrompt="1"/>
            <p:custDataLst>
              <p:tags r:id="rId4"/>
            </p:custDataLst>
          </p:nvPr>
        </p:nvSpPr>
        <p:spPr>
          <a:xfrm>
            <a:off x="2114416" y="1303507"/>
            <a:ext cx="2880000" cy="2346658"/>
          </a:xfrm>
        </p:spPr>
        <p:txBody>
          <a:bodyPr anchor="ctr">
            <a:normAutofit/>
          </a:bodyPr>
          <a:lstStyle>
            <a:lvl1pPr>
              <a:defRPr sz="4400">
                <a:latin typeface="+mj-lt"/>
                <a:sym typeface="Arial" panose="020B0604020202020204" pitchFamily="34" charset="0"/>
              </a:defRPr>
            </a:lvl1pPr>
          </a:lstStyle>
          <a:p>
            <a:r>
              <a:rPr lang="en-US" dirty="0">
                <a:latin typeface="+mj-lt"/>
              </a:rPr>
              <a:t>Click to add title</a:t>
            </a:r>
            <a:endParaRPr lang="en-US" dirty="0"/>
          </a:p>
        </p:txBody>
      </p:sp>
      <p:sp>
        <p:nvSpPr>
          <p:cNvPr id="7" name="日期占位符 3"/>
          <p:cNvSpPr>
            <a:spLocks noGrp="1"/>
          </p:cNvSpPr>
          <p:nvPr>
            <p:ph type="dt" sz="half" idx="10"/>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pic>
        <p:nvPicPr>
          <p:cNvPr id="7" name="@png_bg"/>
          <p:cNvPicPr>
            <a:picLocks noChangeAspect="1"/>
          </p:cNvPicPr>
          <p:nvPr>
            <p:custDataLst>
              <p:tags r:id="rId2"/>
            </p:custDataLst>
          </p:nvPr>
        </p:nvPicPr>
        <p:blipFill>
          <a:blip r:embed="rId3"/>
          <a:stretch>
            <a:fillRect/>
          </a:stretch>
        </p:blipFill>
        <p:spPr>
          <a:xfrm>
            <a:off x="2987730" y="1496287"/>
            <a:ext cx="9204270" cy="5358465"/>
          </a:xfrm>
          <a:prstGeom prst="rect">
            <a:avLst/>
          </a:prstGeom>
        </p:spPr>
      </p:pic>
      <p:sp>
        <p:nvSpPr>
          <p:cNvPr id="2" name="标题 1"/>
          <p:cNvSpPr>
            <a:spLocks noGrp="1"/>
          </p:cNvSpPr>
          <p:nvPr>
            <p:ph type="title" hasCustomPrompt="1"/>
            <p:custDataLst>
              <p:tags r:id="rId4"/>
            </p:custDataLst>
          </p:nvPr>
        </p:nvSpPr>
        <p:spPr>
          <a:xfrm>
            <a:off x="1322070" y="3168015"/>
            <a:ext cx="8319770" cy="2193925"/>
          </a:xfrm>
        </p:spPr>
        <p:txBody>
          <a:bodyPr anchor="t">
            <a:normAutofit/>
          </a:bodyPr>
          <a:lstStyle>
            <a:lvl1pPr algn="l">
              <a:defRPr sz="4400">
                <a:latin typeface="+mj-lt"/>
                <a:sym typeface="Arial" panose="020B0604020202020204" pitchFamily="34" charset="0"/>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5"/>
            </p:custDataLst>
          </p:nvPr>
        </p:nvSpPr>
        <p:spPr>
          <a:xfrm>
            <a:off x="1322070" y="1767840"/>
            <a:ext cx="8319770" cy="1224280"/>
          </a:xfrm>
        </p:spPr>
        <p:txBody>
          <a:bodyPr wrap="none" anchor="b">
            <a:normAutofit/>
          </a:bodyPr>
          <a:lstStyle>
            <a:lvl1pPr marL="0" indent="0" algn="l">
              <a:buNone/>
              <a:defRPr sz="8000" b="1">
                <a:latin typeface="+mn-lt"/>
                <a:sym typeface="Arial" panose="020B0604020202020204" pitchFamily="34" charset="0"/>
              </a:defRPr>
            </a:lvl1pPr>
          </a:lstStyle>
          <a:p>
            <a:pPr lvl="0"/>
            <a:r>
              <a:rPr lang="en-US" dirty="0">
                <a:latin typeface="+mn-lt"/>
              </a:rPr>
              <a:t>Click to add text</a:t>
            </a:r>
            <a:endParaRPr lang="en-US" dirty="0"/>
          </a:p>
        </p:txBody>
      </p:sp>
      <p:sp>
        <p:nvSpPr>
          <p:cNvPr id="3" name="日期占位符 2"/>
          <p:cNvSpPr>
            <a:spLocks noGrp="1"/>
          </p:cNvSpPr>
          <p:nvPr>
            <p:ph type="dt" sz="half" idx="14"/>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5"/>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6"/>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内容占位符 2"/>
          <p:cNvSpPr>
            <a:spLocks noGrp="1"/>
          </p:cNvSpPr>
          <p:nvPr>
            <p:ph sz="half" idx="1" hasCustomPrompt="1"/>
            <p:custDataLst>
              <p:tags r:id="rId2"/>
            </p:custDataLst>
          </p:nvPr>
        </p:nvSpPr>
        <p:spPr>
          <a:xfrm>
            <a:off x="694799" y="1266825"/>
            <a:ext cx="5181600" cy="4910775"/>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3"/>
            </p:custDataLst>
          </p:nvPr>
        </p:nvSpPr>
        <p:spPr>
          <a:xfrm>
            <a:off x="6313200" y="1266825"/>
            <a:ext cx="5181600" cy="4910775"/>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日期占位符 4"/>
          <p:cNvSpPr>
            <a:spLocks noGrp="1"/>
          </p:cNvSpPr>
          <p:nvPr>
            <p:ph type="dt" sz="half" idx="10"/>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1"/>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12"/>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8" name="标题 7"/>
          <p:cNvSpPr>
            <a:spLocks noGrp="1"/>
          </p:cNvSpPr>
          <p:nvPr>
            <p:ph type="title" hasCustomPrompt="1"/>
            <p:custDataLst>
              <p:tags r:id="rId7"/>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4800" y="1277189"/>
            <a:ext cx="5157787" cy="540000"/>
          </a:xfrm>
        </p:spPr>
        <p:txBody>
          <a:bodyPr anchor="b"/>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3"/>
            </p:custDataLst>
          </p:nvPr>
        </p:nvSpPr>
        <p:spPr>
          <a:xfrm>
            <a:off x="694800" y="1916723"/>
            <a:ext cx="5157787" cy="4272940"/>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4"/>
            </p:custDataLst>
          </p:nvPr>
        </p:nvSpPr>
        <p:spPr>
          <a:xfrm>
            <a:off x="6311612" y="1277189"/>
            <a:ext cx="5183188" cy="540000"/>
          </a:xfrm>
        </p:spPr>
        <p:txBody>
          <a:bodyPr anchor="b"/>
          <a:lstStyle>
            <a:lvl1pPr marL="0" indent="0">
              <a:buNone/>
              <a:defRPr sz="2400" b="1">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5"/>
            </p:custDataLst>
          </p:nvPr>
        </p:nvSpPr>
        <p:spPr>
          <a:xfrm>
            <a:off x="6311612" y="1916723"/>
            <a:ext cx="5183188" cy="4272940"/>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11" name="日期占位符 10"/>
          <p:cNvSpPr>
            <a:spLocks noGrp="1"/>
          </p:cNvSpPr>
          <p:nvPr>
            <p:ph type="dt" sz="half" idx="10"/>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12" name="页脚占位符 11"/>
          <p:cNvSpPr>
            <a:spLocks noGrp="1"/>
          </p:cNvSpPr>
          <p:nvPr>
            <p:ph type="ftr" sz="quarter" idx="11"/>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13" name="灯片编号占位符 12"/>
          <p:cNvSpPr>
            <a:spLocks noGrp="1"/>
          </p:cNvSpPr>
          <p:nvPr>
            <p:ph type="sldNum" sz="quarter" idx="12"/>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dirty="0"/>
          </a:p>
        </p:txBody>
      </p:sp>
      <p:sp>
        <p:nvSpPr>
          <p:cNvPr id="14" name="标题 13"/>
          <p:cNvSpPr>
            <a:spLocks noGrp="1"/>
          </p:cNvSpPr>
          <p:nvPr>
            <p:ph type="title" hasCustomPrompt="1"/>
            <p:custDataLst>
              <p:tags r:id="rId9"/>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85800" y="360000"/>
            <a:ext cx="10814050" cy="5817600"/>
          </a:xfrm>
        </p:spPr>
        <p:txBody>
          <a:bodyPr/>
          <a:lstStyle>
            <a:lvl1pPr>
              <a:defRPr>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4"/>
          <p:cNvSpPr>
            <a:spLocks noGrp="1"/>
          </p:cNvSpPr>
          <p:nvPr>
            <p:ph type="sldNum" sz="quarter" idx="12"/>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4799" y="1266825"/>
            <a:ext cx="10805051" cy="576000"/>
          </a:xfrm>
        </p:spPr>
        <p:txBody>
          <a:bodyPr anchor="t"/>
          <a:lstStyle>
            <a:lvl1pPr marL="0" indent="0">
              <a:buNone/>
              <a:defRPr sz="2400" b="0">
                <a:latin typeface="+mn-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3"/>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4"/>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5"/>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4" name="标题 3"/>
          <p:cNvSpPr>
            <a:spLocks noGrp="1"/>
          </p:cNvSpPr>
          <p:nvPr>
            <p:ph type="title" hasCustomPrompt="1"/>
            <p:custDataLst>
              <p:tags r:id="rId6"/>
            </p:custDataLst>
          </p:nvPr>
        </p:nvSpPr>
        <p:spPr/>
        <p:txBody>
          <a:bodyPr/>
          <a:lstStyle>
            <a:lvl1pPr>
              <a:defRPr>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pic>
        <p:nvPicPr>
          <p:cNvPr id="7" name="@png_bg"/>
          <p:cNvPicPr>
            <a:picLocks noChangeAspect="1"/>
          </p:cNvPicPr>
          <p:nvPr>
            <p:custDataLst>
              <p:tags r:id="rId2"/>
            </p:custDataLst>
          </p:nvPr>
        </p:nvPicPr>
        <p:blipFill>
          <a:blip r:embed="rId3"/>
          <a:stretch>
            <a:fillRect/>
          </a:stretch>
        </p:blipFill>
        <p:spPr>
          <a:xfrm>
            <a:off x="2400300" y="1409248"/>
            <a:ext cx="9791699" cy="5448751"/>
          </a:xfrm>
          <a:prstGeom prst="rect">
            <a:avLst/>
          </a:prstGeom>
        </p:spPr>
      </p:pic>
      <p:sp>
        <p:nvSpPr>
          <p:cNvPr id="2" name="标题 1"/>
          <p:cNvSpPr>
            <a:spLocks noGrp="1"/>
          </p:cNvSpPr>
          <p:nvPr>
            <p:ph type="ctrTitle" hasCustomPrompt="1"/>
            <p:custDataLst>
              <p:tags r:id="rId4"/>
            </p:custDataLst>
          </p:nvPr>
        </p:nvSpPr>
        <p:spPr>
          <a:xfrm>
            <a:off x="694799" y="1954800"/>
            <a:ext cx="6094800" cy="1800000"/>
          </a:xfrm>
        </p:spPr>
        <p:txBody>
          <a:bodyPr anchor="b">
            <a:normAutofit/>
          </a:bodyPr>
          <a:lstStyle>
            <a:lvl1pPr algn="l">
              <a:lnSpc>
                <a:spcPct val="100000"/>
              </a:lnSpc>
              <a:defRPr sz="5400">
                <a:latin typeface="+mj-lt"/>
                <a:sym typeface="Arial" panose="020B0604020202020204" pitchFamily="34" charset="0"/>
              </a:defRPr>
            </a:lvl1pPr>
          </a:lstStyle>
          <a:p>
            <a:r>
              <a:rPr lang="en-US" dirty="0">
                <a:latin typeface="+mj-lt"/>
              </a:rPr>
              <a:t>Click to add title</a:t>
            </a:r>
            <a:endParaRPr lang="en-US" dirty="0"/>
          </a:p>
        </p:txBody>
      </p:sp>
      <p:sp>
        <p:nvSpPr>
          <p:cNvPr id="24" name="署名占位符 10"/>
          <p:cNvSpPr>
            <a:spLocks noGrp="1"/>
          </p:cNvSpPr>
          <p:nvPr>
            <p:ph type="body" sz="quarter" idx="17" hasCustomPrompt="1"/>
            <p:custDataLst>
              <p:tags r:id="rId5"/>
            </p:custDataLst>
          </p:nvPr>
        </p:nvSpPr>
        <p:spPr>
          <a:xfrm>
            <a:off x="694690" y="4182110"/>
            <a:ext cx="3918585" cy="504190"/>
          </a:xfrm>
        </p:spPr>
        <p:txBody>
          <a:bodyPr vert="horz" lIns="0" tIns="0" rIns="0" bIns="0" rtlCol="0" anchor="ctr">
            <a:normAutofit/>
          </a:bodyPr>
          <a:lstStyle>
            <a:lvl1pPr marL="0" marR="0" lvl="0" indent="0" algn="l" defTabSz="914400" rtl="0" eaLnBrk="1" fontAlgn="auto" latinLnBrk="0" hangingPunct="1">
              <a:lnSpc>
                <a:spcPct val="100000"/>
              </a:lnSpc>
              <a:spcBef>
                <a:spcPts val="1000"/>
              </a:spcBef>
              <a:buClrTx/>
              <a:buSzTx/>
              <a:buFont typeface="Arial" panose="020B0604020202020204" pitchFamily="34" charset="0"/>
              <a:buNone/>
              <a:defRPr kumimoji="0" lang="en-US" sz="1800" b="0" i="0" u="none" strike="noStrike" kern="1200" cap="none" spc="0" normalizeH="0" baseline="0" noProof="1" dirty="0">
                <a:solidFill>
                  <a:schemeClr val="tx1"/>
                </a:solidFill>
                <a:latin typeface="+mn-lt"/>
              </a:defRPr>
            </a:lvl1pPr>
          </a:lstStyle>
          <a:p>
            <a:pPr lvl="0"/>
            <a:r>
              <a:rPr dirty="0">
                <a:sym typeface="+mn-ea"/>
              </a:rPr>
              <a:t>Click to add text</a:t>
            </a:r>
            <a:endParaRPr dirty="0">
              <a:sym typeface="+mn-ea"/>
            </a:endParaRPr>
          </a:p>
        </p:txBody>
      </p:sp>
      <p:sp>
        <p:nvSpPr>
          <p:cNvPr id="3" name="日期占位符 2"/>
          <p:cNvSpPr>
            <a:spLocks noGrp="1"/>
          </p:cNvSpPr>
          <p:nvPr>
            <p:ph type="dt" sz="half" idx="18"/>
            <p:custDataLst>
              <p:tags r:id="rId6"/>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9"/>
            <p:custDataLst>
              <p:tags r:id="rId7"/>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20"/>
            <p:custDataLst>
              <p:tags r:id="rId8"/>
            </p:custDataLst>
          </p:nvPr>
        </p:nvSpPr>
        <p:spPr/>
        <p:txBody>
          <a:bodyPr/>
          <a:lstStyle>
            <a:lvl1pPr>
              <a:defRPr>
                <a:latin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slideLayout" Target="../slideLayouts/slideLayout13.xml"/><Relationship Id="rId7" Type="http://schemas.openxmlformats.org/officeDocument/2006/relationships/slideLayout" Target="../slideLayouts/slideLayout12.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8" Type="http://schemas.openxmlformats.org/officeDocument/2006/relationships/theme" Target="../theme/theme2.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slideLayout" Target="../slideLayouts/slideLayout16.xml"/><Relationship Id="rId10" Type="http://schemas.openxmlformats.org/officeDocument/2006/relationships/slideLayout" Target="../slideLayouts/slideLayout15.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1372850" y="19050"/>
            <a:ext cx="657225" cy="704850"/>
          </a:xfrm>
          <a:custGeom>
            <a:avLst/>
            <a:gdLst/>
            <a:ahLst/>
            <a:cxnLst/>
            <a:rect l="l" t="t" r="r" b="b"/>
            <a:pathLst>
              <a:path w="657225" h="704850">
                <a:moveTo>
                  <a:pt x="0" y="352425"/>
                </a:moveTo>
                <a:lnTo>
                  <a:pt x="2998" y="304592"/>
                </a:lnTo>
                <a:lnTo>
                  <a:pt x="11734" y="258718"/>
                </a:lnTo>
                <a:lnTo>
                  <a:pt x="25816" y="215223"/>
                </a:lnTo>
                <a:lnTo>
                  <a:pt x="44854" y="174526"/>
                </a:lnTo>
                <a:lnTo>
                  <a:pt x="68457" y="137046"/>
                </a:lnTo>
                <a:lnTo>
                  <a:pt x="96234" y="103203"/>
                </a:lnTo>
                <a:lnTo>
                  <a:pt x="127794" y="73416"/>
                </a:lnTo>
                <a:lnTo>
                  <a:pt x="162748" y="48104"/>
                </a:lnTo>
                <a:lnTo>
                  <a:pt x="200703" y="27687"/>
                </a:lnTo>
                <a:lnTo>
                  <a:pt x="241270" y="12585"/>
                </a:lnTo>
                <a:lnTo>
                  <a:pt x="284058" y="3216"/>
                </a:lnTo>
                <a:lnTo>
                  <a:pt x="328675" y="0"/>
                </a:lnTo>
                <a:lnTo>
                  <a:pt x="373264" y="3216"/>
                </a:lnTo>
                <a:lnTo>
                  <a:pt x="416027" y="12585"/>
                </a:lnTo>
                <a:lnTo>
                  <a:pt x="456574" y="27687"/>
                </a:lnTo>
                <a:lnTo>
                  <a:pt x="494514" y="48104"/>
                </a:lnTo>
                <a:lnTo>
                  <a:pt x="529455" y="73416"/>
                </a:lnTo>
                <a:lnTo>
                  <a:pt x="561006" y="103203"/>
                </a:lnTo>
                <a:lnTo>
                  <a:pt x="588776" y="137046"/>
                </a:lnTo>
                <a:lnTo>
                  <a:pt x="612375" y="174526"/>
                </a:lnTo>
                <a:lnTo>
                  <a:pt x="631410" y="215223"/>
                </a:lnTo>
                <a:lnTo>
                  <a:pt x="645491" y="258718"/>
                </a:lnTo>
                <a:lnTo>
                  <a:pt x="654226" y="304592"/>
                </a:lnTo>
                <a:lnTo>
                  <a:pt x="657225" y="352425"/>
                </a:lnTo>
                <a:lnTo>
                  <a:pt x="654226" y="400257"/>
                </a:lnTo>
                <a:lnTo>
                  <a:pt x="645491" y="446131"/>
                </a:lnTo>
                <a:lnTo>
                  <a:pt x="631410" y="489626"/>
                </a:lnTo>
                <a:lnTo>
                  <a:pt x="612375" y="530323"/>
                </a:lnTo>
                <a:lnTo>
                  <a:pt x="588776" y="567803"/>
                </a:lnTo>
                <a:lnTo>
                  <a:pt x="561006" y="601646"/>
                </a:lnTo>
                <a:lnTo>
                  <a:pt x="529455" y="631433"/>
                </a:lnTo>
                <a:lnTo>
                  <a:pt x="494514" y="656745"/>
                </a:lnTo>
                <a:lnTo>
                  <a:pt x="456574" y="677162"/>
                </a:lnTo>
                <a:lnTo>
                  <a:pt x="416027" y="692264"/>
                </a:lnTo>
                <a:lnTo>
                  <a:pt x="373264" y="701633"/>
                </a:lnTo>
                <a:lnTo>
                  <a:pt x="328675" y="704850"/>
                </a:lnTo>
                <a:lnTo>
                  <a:pt x="284058" y="701633"/>
                </a:lnTo>
                <a:lnTo>
                  <a:pt x="241270" y="692264"/>
                </a:lnTo>
                <a:lnTo>
                  <a:pt x="200703" y="677162"/>
                </a:lnTo>
                <a:lnTo>
                  <a:pt x="162748" y="656745"/>
                </a:lnTo>
                <a:lnTo>
                  <a:pt x="127794" y="631433"/>
                </a:lnTo>
                <a:lnTo>
                  <a:pt x="96234" y="601646"/>
                </a:lnTo>
                <a:lnTo>
                  <a:pt x="68457" y="567803"/>
                </a:lnTo>
                <a:lnTo>
                  <a:pt x="44854" y="530323"/>
                </a:lnTo>
                <a:lnTo>
                  <a:pt x="25816" y="489626"/>
                </a:lnTo>
                <a:lnTo>
                  <a:pt x="11734" y="446131"/>
                </a:lnTo>
                <a:lnTo>
                  <a:pt x="2998" y="400257"/>
                </a:lnTo>
                <a:lnTo>
                  <a:pt x="0" y="352425"/>
                </a:lnTo>
                <a:close/>
              </a:path>
            </a:pathLst>
          </a:custGeom>
          <a:ln w="76200">
            <a:solidFill>
              <a:srgbClr val="FFFF00"/>
            </a:solidFill>
          </a:ln>
        </p:spPr>
        <p:txBody>
          <a:bodyPr wrap="square" lIns="0" tIns="0" rIns="0" bIns="0" rtlCol="0"/>
          <a:lstStyle/>
          <a:p>
            <a:endParaRPr>
              <a:latin typeface="+mn-lt"/>
              <a:ea typeface="+mn-ea"/>
            </a:endParaRPr>
          </a:p>
        </p:txBody>
      </p:sp>
      <p:pic>
        <p:nvPicPr>
          <p:cNvPr id="17" name="bg object 17"/>
          <p:cNvPicPr/>
          <p:nvPr/>
        </p:nvPicPr>
        <p:blipFill>
          <a:blip r:embed="rId6" cstate="print"/>
          <a:stretch>
            <a:fillRect/>
          </a:stretch>
        </p:blipFill>
        <p:spPr>
          <a:xfrm>
            <a:off x="11499788" y="99551"/>
            <a:ext cx="380084" cy="511584"/>
          </a:xfrm>
          <a:prstGeom prst="rect">
            <a:avLst/>
          </a:prstGeom>
        </p:spPr>
      </p:pic>
      <p:sp>
        <p:nvSpPr>
          <p:cNvPr id="18" name="bg object 18"/>
          <p:cNvSpPr/>
          <p:nvPr/>
        </p:nvSpPr>
        <p:spPr>
          <a:xfrm>
            <a:off x="80962" y="595376"/>
            <a:ext cx="11203940" cy="37465"/>
          </a:xfrm>
          <a:custGeom>
            <a:avLst/>
            <a:gdLst/>
            <a:ahLst/>
            <a:cxnLst/>
            <a:rect l="l" t="t" r="r" b="b"/>
            <a:pathLst>
              <a:path w="11203940" h="37465">
                <a:moveTo>
                  <a:pt x="0" y="36957"/>
                </a:moveTo>
                <a:lnTo>
                  <a:pt x="11203749" y="0"/>
                </a:lnTo>
              </a:path>
            </a:pathLst>
          </a:custGeom>
          <a:ln w="6350">
            <a:solidFill>
              <a:srgbClr val="5B9BD4"/>
            </a:solidFill>
          </a:ln>
        </p:spPr>
        <p:txBody>
          <a:bodyPr wrap="square" lIns="0" tIns="0" rIns="0" bIns="0" rtlCol="0"/>
          <a:lstStyle/>
          <a:p>
            <a:endParaRPr>
              <a:latin typeface="+mn-lt"/>
              <a:ea typeface="+mn-ea"/>
            </a:endParaRPr>
          </a:p>
        </p:txBody>
      </p:sp>
      <p:sp>
        <p:nvSpPr>
          <p:cNvPr id="2" name="Holder 2"/>
          <p:cNvSpPr>
            <a:spLocks noGrp="1"/>
          </p:cNvSpPr>
          <p:nvPr>
            <p:ph type="title"/>
          </p:nvPr>
        </p:nvSpPr>
        <p:spPr>
          <a:xfrm>
            <a:off x="152717" y="254952"/>
            <a:ext cx="3283585" cy="276225"/>
          </a:xfrm>
          <a:prstGeom prst="rect">
            <a:avLst/>
          </a:prstGeom>
        </p:spPr>
        <p:txBody>
          <a:bodyPr wrap="square" lIns="0" tIns="0" rIns="0" bIns="0">
            <a:spAutoFit/>
          </a:bodyPr>
          <a:lstStyle>
            <a:lvl1pPr>
              <a:defRPr sz="1800" b="0" i="0">
                <a:solidFill>
                  <a:schemeClr val="tx1"/>
                </a:solidFill>
                <a:latin typeface="Verdana" panose="020B0604030504040204"/>
                <a:cs typeface="Verdana" panose="020B0604030504040204"/>
              </a:defRPr>
            </a:lvl1pPr>
          </a:lstStyle>
          <a:p/>
        </p:txBody>
      </p:sp>
      <p:sp>
        <p:nvSpPr>
          <p:cNvPr id="3" name="Holder 3"/>
          <p:cNvSpPr>
            <a:spLocks noGrp="1"/>
          </p:cNvSpPr>
          <p:nvPr>
            <p:ph type="body" idx="1"/>
          </p:nvPr>
        </p:nvSpPr>
        <p:spPr>
          <a:xfrm>
            <a:off x="2256535" y="1798891"/>
            <a:ext cx="6614795" cy="276860"/>
          </a:xfrm>
          <a:prstGeom prst="rect">
            <a:avLst/>
          </a:prstGeom>
        </p:spPr>
        <p:txBody>
          <a:bodyPr wrap="square" lIns="0" tIns="0" rIns="0" bIns="0">
            <a:spAutoFit/>
          </a:bodyPr>
          <a:lstStyle>
            <a:lvl1pPr>
              <a:defRPr sz="1800" b="0" i="0">
                <a:solidFill>
                  <a:schemeClr val="tx1"/>
                </a:solidFill>
                <a:latin typeface="Calibri" panose="020F0502020204030204"/>
                <a:cs typeface="Calibri" panose="020F0502020204030204"/>
              </a:defRPr>
            </a:lvl1pPr>
          </a:lstStyle>
          <a:p/>
        </p:txBody>
      </p:sp>
      <p:sp>
        <p:nvSpPr>
          <p:cNvPr id="4" name="Holder 4"/>
          <p:cNvSpPr>
            <a:spLocks noGrp="1"/>
          </p:cNvSpPr>
          <p:nvPr>
            <p:ph type="ftr" sz="quarter" idx="5"/>
          </p:nvPr>
        </p:nvSpPr>
        <p:spPr>
          <a:xfrm>
            <a:off x="3756025" y="6433904"/>
            <a:ext cx="4819015" cy="180340"/>
          </a:xfrm>
          <a:prstGeom prst="rect">
            <a:avLst/>
          </a:prstGeom>
        </p:spPr>
        <p:txBody>
          <a:bodyPr wrap="square" lIns="0" tIns="0" rIns="0" bIns="0">
            <a:spAutoFit/>
          </a:bodyPr>
          <a:lstStyle>
            <a:lvl1pPr>
              <a:defRPr sz="1200" b="0" i="0">
                <a:solidFill>
                  <a:srgbClr val="FF0000"/>
                </a:solidFill>
                <a:latin typeface="+mn-lt"/>
                <a:ea typeface="+mn-ea"/>
                <a:cs typeface="Times New Roman" panose="02020603050405020304"/>
              </a:defRPr>
            </a:lvl1pPr>
          </a:lstStyle>
          <a:p>
            <a:pPr marL="633095">
              <a:lnSpc>
                <a:spcPts val="1410"/>
              </a:lnSpc>
            </a:pPr>
            <a:r>
              <a:rPr dirty="0"/>
              <a:t>Malla</a:t>
            </a:r>
            <a:r>
              <a:rPr spc="10" dirty="0"/>
              <a:t> </a:t>
            </a:r>
            <a:r>
              <a:rPr dirty="0"/>
              <a:t>Reddy</a:t>
            </a:r>
            <a:r>
              <a:rPr spc="-40" dirty="0"/>
              <a:t> </a:t>
            </a:r>
            <a:r>
              <a:rPr dirty="0"/>
              <a:t>Engineering</a:t>
            </a:r>
            <a:r>
              <a:rPr spc="-35" dirty="0"/>
              <a:t> </a:t>
            </a:r>
            <a:r>
              <a:rPr dirty="0"/>
              <a:t>College</a:t>
            </a:r>
            <a:r>
              <a:rPr spc="-45" dirty="0"/>
              <a:t> </a:t>
            </a:r>
            <a:r>
              <a:rPr dirty="0"/>
              <a:t>for</a:t>
            </a:r>
            <a:r>
              <a:rPr spc="-65" dirty="0"/>
              <a:t> </a:t>
            </a:r>
            <a:r>
              <a:rPr spc="-10" dirty="0"/>
              <a:t>Women</a:t>
            </a:r>
            <a:r>
              <a:rPr spc="-35" dirty="0"/>
              <a:t> </a:t>
            </a:r>
            <a:r>
              <a:rPr dirty="0"/>
              <a:t>(</a:t>
            </a:r>
            <a:r>
              <a:rPr spc="-60" dirty="0"/>
              <a:t> </a:t>
            </a:r>
            <a:r>
              <a:rPr dirty="0"/>
              <a:t>UGC</a:t>
            </a:r>
            <a:r>
              <a:rPr spc="-75" dirty="0"/>
              <a:t> </a:t>
            </a:r>
            <a:r>
              <a:rPr dirty="0"/>
              <a:t>Autonomous</a:t>
            </a:r>
            <a:r>
              <a:rPr spc="15" dirty="0"/>
              <a:t> </a:t>
            </a:r>
            <a:r>
              <a:rPr spc="-50" dirty="0"/>
              <a:t>)</a:t>
            </a:r>
            <a:endParaRPr spc="-50" dirty="0"/>
          </a:p>
        </p:txBody>
      </p:sp>
      <p:sp>
        <p:nvSpPr>
          <p:cNvPr id="5" name="Holder 5"/>
          <p:cNvSpPr>
            <a:spLocks noGrp="1"/>
          </p:cNvSpPr>
          <p:nvPr>
            <p:ph type="dt" sz="half" idx="6"/>
          </p:nvPr>
        </p:nvSpPr>
        <p:spPr>
          <a:xfrm>
            <a:off x="609600" y="6377940"/>
            <a:ext cx="2804160" cy="276860"/>
          </a:xfrm>
          <a:prstGeom prst="rect">
            <a:avLst/>
          </a:prstGeom>
        </p:spPr>
        <p:txBody>
          <a:bodyPr wrap="square" lIns="0" tIns="0" rIns="0" bIns="0">
            <a:spAutoFit/>
          </a:bodyPr>
          <a:lstStyle>
            <a:lvl1pPr algn="l">
              <a:defRPr>
                <a:solidFill>
                  <a:schemeClr val="tx1">
                    <a:tint val="75000"/>
                  </a:schemeClr>
                </a:solidFill>
                <a:latin typeface="+mn-lt"/>
                <a:ea typeface="+mn-ea"/>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276860"/>
          </a:xfrm>
          <a:prstGeom prst="rect">
            <a:avLst/>
          </a:prstGeom>
        </p:spPr>
        <p:txBody>
          <a:bodyPr wrap="square" lIns="0" tIns="0" rIns="0" bIns="0">
            <a:spAutoFit/>
          </a:bodyPr>
          <a:lstStyle>
            <a:lvl1pPr algn="r">
              <a:defRPr>
                <a:solidFill>
                  <a:schemeClr val="tx1">
                    <a:tint val="75000"/>
                  </a:schemeClr>
                </a:solidFill>
                <a:latin typeface="+mn-lt"/>
                <a:ea typeface="+mn-ea"/>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94800" y="360000"/>
            <a:ext cx="10800000" cy="720000"/>
          </a:xfrm>
          <a:prstGeom prst="rect">
            <a:avLst/>
          </a:prstGeom>
        </p:spPr>
        <p:txBody>
          <a:bodyPr vert="horz" lIns="0" tIns="0" rIns="0" bIns="0" rtlCol="0" anchor="b">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3"/>
            </p:custDataLst>
          </p:nvPr>
        </p:nvSpPr>
        <p:spPr>
          <a:xfrm>
            <a:off x="694799" y="1266825"/>
            <a:ext cx="10799999" cy="4910775"/>
          </a:xfrm>
          <a:prstGeom prst="rect">
            <a:avLst/>
          </a:prstGeom>
        </p:spPr>
        <p:txBody>
          <a:bodyPr vert="horz"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4"/>
            </p:custDataLst>
          </p:nvPr>
        </p:nvSpPr>
        <p:spPr>
          <a:xfrm>
            <a:off x="694799" y="6356350"/>
            <a:ext cx="2886601"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4"/>
            <p:custDataLst>
              <p:tags r:id="rId16"/>
            </p:custDataLst>
          </p:nvPr>
        </p:nvSpPr>
        <p:spPr>
          <a:xfrm>
            <a:off x="8610600" y="6356350"/>
            <a:ext cx="2884198"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stStyle>
          <a:p>
            <a:fld id="{BE5F26B5-172A-4DC2-B0B7-181CFC56B87C}" type="slidenum">
              <a:rPr lang="en-US" smtClean="0"/>
            </a:fld>
            <a:endParaRPr lang="en-US" dirty="0"/>
          </a:p>
        </p:txBody>
      </p:sp>
      <p:sp>
        <p:nvSpPr>
          <p:cNvPr id="7" name="KSO_TEMPLATE" hidden="1"/>
          <p:cNvSpPr/>
          <p:nvPr>
            <p:custDataLst>
              <p:tags r:id="rId17"/>
            </p:custDataLst>
          </p:nvPr>
        </p:nvSpPr>
        <p:spPr>
          <a:xfrm>
            <a:off x="0" y="0"/>
            <a:ext cx="0" cy="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txStyles>
    <p:titleStyle>
      <a:lvl1pPr algn="l" defTabSz="914400" rtl="0" eaLnBrk="1" latinLnBrk="0" hangingPunct="1">
        <a:lnSpc>
          <a:spcPct val="100000"/>
        </a:lnSpc>
        <a:spcBef>
          <a:spcPct val="0"/>
        </a:spcBef>
        <a:buNone/>
        <a:defRPr sz="3600" b="1"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800" kern="1200">
          <a:solidFill>
            <a:schemeClr val="tx1"/>
          </a:solidFill>
          <a:latin typeface="Arial" panose="020B0604020202020204" pitchFamily="34" charset="0"/>
          <a:ea typeface="Arial" panose="020B0604020202020204" pitchFamily="34" charset="0"/>
          <a:cs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2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1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3.xml"/><Relationship Id="rId4" Type="http://schemas.openxmlformats.org/officeDocument/2006/relationships/tags" Target="../tags/tag68.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ags" Target="../tags/tag93.xml"/><Relationship Id="rId4" Type="http://schemas.openxmlformats.org/officeDocument/2006/relationships/tags" Target="../tags/tag92.xml"/><Relationship Id="rId3" Type="http://schemas.openxmlformats.org/officeDocument/2006/relationships/image" Target="../media/image6.png"/><Relationship Id="rId2" Type="http://schemas.openxmlformats.org/officeDocument/2006/relationships/tags" Target="../tags/tag91.xml"/><Relationship Id="rId1" Type="http://schemas.openxmlformats.org/officeDocument/2006/relationships/tags" Target="../tags/tag9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09.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5"/>
          <p:cNvSpPr txBox="1">
            <a:spLocks noGrp="1"/>
          </p:cNvSpPr>
          <p:nvPr>
            <p:custDataLst>
              <p:tags r:id="rId1"/>
            </p:custDataLst>
          </p:nvPr>
        </p:nvSpPr>
        <p:spPr>
          <a:xfrm>
            <a:off x="4091940" y="13906"/>
            <a:ext cx="4465320" cy="289560"/>
          </a:xfrm>
          <a:prstGeom prst="rect">
            <a:avLst/>
          </a:prstGeom>
        </p:spPr>
        <p:txBody>
          <a:bodyPr vert="horz" wrap="square" lIns="0" tIns="12700" rIns="0" bIns="0" rtlCol="0">
            <a:normAutofit/>
          </a:bodyPr>
          <a:lstStyle>
            <a:lvl1pPr>
              <a:defRPr sz="1800" b="0" i="0">
                <a:solidFill>
                  <a:schemeClr val="tx1"/>
                </a:solidFill>
                <a:latin typeface="Verdana" panose="020B0604030504040204"/>
                <a:ea typeface="+mj-ea"/>
                <a:cs typeface="Verdana" panose="020B0604030504040204"/>
              </a:defRPr>
            </a:lvl1pPr>
          </a:lstStyle>
          <a:p>
            <a:pPr marL="12700">
              <a:lnSpc>
                <a:spcPct val="100000"/>
              </a:lnSpc>
              <a:spcBef>
                <a:spcPts val="100"/>
              </a:spcBef>
            </a:pPr>
            <a:endParaRPr b="1" spc="-10" dirty="0">
              <a:solidFill>
                <a:schemeClr val="accent1"/>
              </a:solidFill>
              <a:latin typeface="+mn-lt"/>
              <a:cs typeface="Times New Roman" panose="02020603050405020304"/>
            </a:endParaRPr>
          </a:p>
        </p:txBody>
      </p:sp>
      <p:sp>
        <p:nvSpPr>
          <p:cNvPr id="7" name="object 7"/>
          <p:cNvSpPr/>
          <p:nvPr>
            <p:custDataLst>
              <p:tags r:id="rId2"/>
            </p:custDataLst>
          </p:nvPr>
        </p:nvSpPr>
        <p:spPr>
          <a:xfrm>
            <a:off x="971550" y="1314450"/>
            <a:ext cx="10317480" cy="0"/>
          </a:xfrm>
          <a:custGeom>
            <a:avLst/>
            <a:gdLst/>
            <a:ahLst/>
            <a:cxnLst/>
            <a:rect l="l" t="t" r="r" b="b"/>
            <a:pathLst>
              <a:path w="10317480">
                <a:moveTo>
                  <a:pt x="0" y="0"/>
                </a:moveTo>
                <a:lnTo>
                  <a:pt x="10316972" y="0"/>
                </a:lnTo>
              </a:path>
            </a:pathLst>
          </a:custGeom>
          <a:ln w="19050">
            <a:solidFill>
              <a:schemeClr val="accent2"/>
            </a:solidFill>
          </a:ln>
        </p:spPr>
        <p:txBody>
          <a:bodyPr wrap="square" lIns="0" tIns="0" rIns="0" bIns="0" rtlCol="0"/>
          <a:lstStyle/>
          <a:p/>
        </p:txBody>
      </p:sp>
      <p:sp>
        <p:nvSpPr>
          <p:cNvPr id="8" name="object 8"/>
          <p:cNvSpPr txBox="1"/>
          <p:nvPr>
            <p:custDataLst>
              <p:tags r:id="rId3"/>
            </p:custDataLst>
          </p:nvPr>
        </p:nvSpPr>
        <p:spPr>
          <a:xfrm>
            <a:off x="914400" y="2085975"/>
            <a:ext cx="10317480" cy="3598545"/>
          </a:xfrm>
          <a:prstGeom prst="rect">
            <a:avLst/>
          </a:prstGeom>
        </p:spPr>
        <p:txBody>
          <a:bodyPr vert="horz" wrap="square" lIns="0" tIns="12700" rIns="0" bIns="0" rtlCol="0">
            <a:normAutofit/>
          </a:bodyPr>
          <a:lstStyle/>
          <a:p>
            <a:pPr marL="12700">
              <a:lnSpc>
                <a:spcPct val="100000"/>
              </a:lnSpc>
              <a:spcBef>
                <a:spcPts val="100"/>
              </a:spcBef>
            </a:pPr>
            <a:r>
              <a:rPr lang="en-US" sz="2000" b="1" dirty="0">
                <a:latin typeface="+mn-lt"/>
                <a:cs typeface="Times New Roman" panose="02020603050405020304" pitchFamily="18" charset="0"/>
              </a:rPr>
              <a:t>Title of the Idea </a:t>
            </a:r>
            <a:r>
              <a:rPr lang="en-US" sz="2000" dirty="0">
                <a:latin typeface="+mn-lt"/>
                <a:cs typeface="Times New Roman" panose="02020603050405020304" pitchFamily="18" charset="0"/>
              </a:rPr>
              <a:t>:   </a:t>
            </a:r>
            <a:r>
              <a:rPr lang="en-US" altLang="en-US" sz="2000" dirty="0">
                <a:latin typeface="+mn-lt"/>
                <a:cs typeface="Times New Roman" panose="02020603050405020304" pitchFamily="18" charset="0"/>
                <a:sym typeface="+mn-ea"/>
              </a:rPr>
              <a:t>AI Interview Preparation &amp; Feedback System</a:t>
            </a:r>
            <a:endParaRPr lang="en-US" sz="2000" dirty="0">
              <a:latin typeface="+mn-lt"/>
              <a:cs typeface="Times New Roman" panose="02020603050405020304" pitchFamily="18" charset="0"/>
            </a:endParaRPr>
          </a:p>
          <a:p>
            <a:pPr marL="12700">
              <a:lnSpc>
                <a:spcPct val="100000"/>
              </a:lnSpc>
              <a:spcBef>
                <a:spcPts val="100"/>
              </a:spcBef>
            </a:pPr>
            <a:endParaRPr lang="en-US" dirty="0">
              <a:latin typeface="+mn-lt"/>
              <a:cs typeface="Times New Roman" panose="02020603050405020304" pitchFamily="18" charset="0"/>
            </a:endParaRPr>
          </a:p>
          <a:p>
            <a:pPr marL="12700">
              <a:lnSpc>
                <a:spcPct val="100000"/>
              </a:lnSpc>
              <a:spcBef>
                <a:spcPts val="100"/>
              </a:spcBef>
            </a:pPr>
            <a:r>
              <a:rPr lang="en-US" sz="1800" b="1" dirty="0">
                <a:latin typeface="+mn-lt"/>
                <a:cs typeface="Times New Roman" panose="02020603050405020304" pitchFamily="18" charset="0"/>
                <a:sym typeface="+mn-ea"/>
              </a:rPr>
              <a:t>Presented By        </a:t>
            </a:r>
            <a:r>
              <a:rPr lang="en-US" sz="1800" b="1" dirty="0">
                <a:latin typeface="+mn-lt"/>
                <a:cs typeface="Times New Roman" panose="02020603050405020304" pitchFamily="18" charset="0"/>
              </a:rPr>
              <a:t>:</a:t>
            </a:r>
            <a:r>
              <a:rPr lang="en-US" sz="1800" dirty="0">
                <a:latin typeface="+mn-lt"/>
                <a:cs typeface="Times New Roman" panose="02020603050405020304" pitchFamily="18" charset="0"/>
              </a:rPr>
              <a:t>    </a:t>
            </a:r>
            <a:r>
              <a:rPr lang="en-US" dirty="0" err="1">
                <a:latin typeface="+mn-lt"/>
                <a:cs typeface="Times New Roman" panose="02020603050405020304" pitchFamily="18" charset="0"/>
              </a:rPr>
              <a:t>D.Rushika    </a:t>
            </a:r>
            <a:endParaRPr lang="en-US" sz="1800" dirty="0">
              <a:latin typeface="+mn-lt"/>
              <a:cs typeface="Times New Roman" panose="02020603050405020304" pitchFamily="18" charset="0"/>
            </a:endParaRPr>
          </a:p>
          <a:p>
            <a:pPr marL="12700">
              <a:lnSpc>
                <a:spcPct val="100000"/>
              </a:lnSpc>
              <a:spcBef>
                <a:spcPts val="100"/>
              </a:spcBef>
            </a:pPr>
            <a:r>
              <a:rPr lang="en-US" dirty="0">
                <a:latin typeface="+mn-lt"/>
                <a:cs typeface="Times New Roman" panose="02020603050405020304" pitchFamily="18" charset="0"/>
              </a:rPr>
              <a:t>                                   </a:t>
            </a:r>
            <a:endParaRPr lang="en-US" dirty="0">
              <a:latin typeface="+mn-lt"/>
              <a:cs typeface="Times New Roman" panose="02020603050405020304" pitchFamily="18" charset="0"/>
            </a:endParaRPr>
          </a:p>
          <a:p>
            <a:pPr marL="12700">
              <a:lnSpc>
                <a:spcPct val="100000"/>
              </a:lnSpc>
              <a:spcBef>
                <a:spcPts val="100"/>
              </a:spcBef>
            </a:pPr>
            <a:r>
              <a:rPr lang="en-US" sz="1800" b="1" dirty="0">
                <a:latin typeface="+mn-lt"/>
                <a:cs typeface="Times New Roman" panose="02020603050405020304" pitchFamily="18" charset="0"/>
              </a:rPr>
              <a:t>Branch &amp; Year    :</a:t>
            </a:r>
            <a:r>
              <a:rPr lang="en-US" sz="1800" dirty="0">
                <a:latin typeface="+mn-lt"/>
                <a:cs typeface="Times New Roman" panose="02020603050405020304" pitchFamily="18" charset="0"/>
              </a:rPr>
              <a:t>   CSE</a:t>
            </a:r>
            <a:endParaRPr lang="en-US" sz="1800" dirty="0">
              <a:latin typeface="+mn-lt"/>
              <a:cs typeface="Times New Roman" panose="02020603050405020304" pitchFamily="18" charset="0"/>
            </a:endParaRPr>
          </a:p>
          <a:p>
            <a:pPr marL="12700">
              <a:lnSpc>
                <a:spcPct val="100000"/>
              </a:lnSpc>
              <a:spcBef>
                <a:spcPts val="100"/>
              </a:spcBef>
            </a:pPr>
            <a:endParaRPr lang="en-US" sz="1800" dirty="0">
              <a:latin typeface="+mn-lt"/>
              <a:cs typeface="Times New Roman" panose="02020603050405020304" pitchFamily="18" charset="0"/>
            </a:endParaRPr>
          </a:p>
          <a:p>
            <a:pPr marL="12700">
              <a:lnSpc>
                <a:spcPct val="100000"/>
              </a:lnSpc>
              <a:spcBef>
                <a:spcPts val="100"/>
              </a:spcBef>
            </a:pPr>
            <a:endParaRPr lang="en-US" sz="1800" dirty="0">
              <a:latin typeface="+mn-lt"/>
              <a:cs typeface="Times New Roman" panose="02020603050405020304" pitchFamily="18" charset="0"/>
            </a:endParaRPr>
          </a:p>
          <a:p>
            <a:pPr marL="12700">
              <a:lnSpc>
                <a:spcPct val="100000"/>
              </a:lnSpc>
              <a:spcBef>
                <a:spcPts val="100"/>
              </a:spcBef>
            </a:pPr>
            <a:endParaRPr lang="en-US" sz="1800" b="1" dirty="0">
              <a:latin typeface="+mn-lt"/>
              <a:cs typeface="Times New Roman" panose="02020603050405020304" pitchFamily="18" charset="0"/>
              <a:sym typeface="+mn-ea"/>
            </a:endParaRPr>
          </a:p>
          <a:p>
            <a:pPr marL="12700">
              <a:lnSpc>
                <a:spcPct val="100000"/>
              </a:lnSpc>
              <a:spcBef>
                <a:spcPts val="100"/>
              </a:spcBef>
            </a:pPr>
            <a:endParaRPr lang="en-US" sz="1800" dirty="0">
              <a:latin typeface="+mn-lt"/>
              <a:cs typeface="Times New Roman" panose="02020603050405020304" pitchFamily="18" charset="0"/>
            </a:endParaRPr>
          </a:p>
          <a:p>
            <a:pPr marL="12700">
              <a:lnSpc>
                <a:spcPct val="100000"/>
              </a:lnSpc>
              <a:spcBef>
                <a:spcPts val="100"/>
              </a:spcBef>
            </a:pPr>
            <a:endParaRPr lang="en-US" sz="1800" dirty="0">
              <a:latin typeface="+mn-lt"/>
              <a:cs typeface="Times New Roman" panose="02020603050405020304" pitchFamily="18" charset="0"/>
            </a:endParaRPr>
          </a:p>
          <a:p>
            <a:pPr marL="12700">
              <a:lnSpc>
                <a:spcPct val="100000"/>
              </a:lnSpc>
              <a:spcBef>
                <a:spcPts val="100"/>
              </a:spcBef>
            </a:pPr>
            <a:endParaRPr sz="1800" dirty="0">
              <a:latin typeface="+mn-lt"/>
              <a:cs typeface="Times New Roman" panose="02020603050405020304" pitchFamily="18" charset="0"/>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a:spLocks noGrp="1"/>
          </p:cNvSpPr>
          <p:nvPr>
            <p:custDataLst>
              <p:tags r:id="rId1"/>
            </p:custDataLst>
          </p:nvPr>
        </p:nvSpPr>
        <p:spPr>
          <a:xfrm>
            <a:off x="843915" y="890905"/>
            <a:ext cx="9671685" cy="477520"/>
          </a:xfrm>
          <a:prstGeom prst="rect">
            <a:avLst/>
          </a:prstGeom>
        </p:spPr>
        <p:txBody>
          <a:bodyPr vert="horz" wrap="square" lIns="0" tIns="15875" rIns="0" bIns="0" rtlCol="0">
            <a:normAutofit/>
          </a:bodyPr>
          <a:lstStyle>
            <a:lvl1pPr>
              <a:defRPr sz="1800" b="0" i="0">
                <a:solidFill>
                  <a:schemeClr val="tx1"/>
                </a:solidFill>
                <a:latin typeface="Verdana" panose="020B0604030504040204"/>
                <a:ea typeface="+mj-ea"/>
                <a:cs typeface="Verdana" panose="020B0604030504040204"/>
              </a:defRPr>
            </a:lvl1pPr>
          </a:lstStyle>
          <a:p>
            <a:pPr marL="12700" algn="ctr">
              <a:lnSpc>
                <a:spcPct val="100000"/>
              </a:lnSpc>
              <a:spcBef>
                <a:spcPts val="125"/>
              </a:spcBef>
            </a:pPr>
            <a:r>
              <a:rPr lang="en-IN" sz="2800" b="1" dirty="0">
                <a:solidFill>
                  <a:schemeClr val="accent1"/>
                </a:solidFill>
                <a:latin typeface="+mj-lt"/>
                <a:cs typeface="Verdana" panose="020B0604030504040204"/>
              </a:rPr>
              <a:t>                </a:t>
            </a:r>
            <a:r>
              <a:rPr sz="2800" b="1" dirty="0">
                <a:solidFill>
                  <a:schemeClr val="accent1"/>
                </a:solidFill>
                <a:latin typeface="+mj-lt"/>
                <a:cs typeface="Times New Roman" panose="02020603050405020304" pitchFamily="18" charset="0"/>
              </a:rPr>
              <a:t>INTRODUCTION</a:t>
            </a:r>
            <a:r>
              <a:rPr sz="2800" b="1" spc="-40" dirty="0">
                <a:solidFill>
                  <a:schemeClr val="accent1"/>
                </a:solidFill>
                <a:latin typeface="+mj-lt"/>
                <a:cs typeface="Times New Roman" panose="02020603050405020304" pitchFamily="18" charset="0"/>
              </a:rPr>
              <a:t> </a:t>
            </a:r>
            <a:endParaRPr sz="2800" b="1" spc="-40" dirty="0">
              <a:solidFill>
                <a:schemeClr val="accent1"/>
              </a:solidFill>
              <a:latin typeface="+mj-lt"/>
              <a:cs typeface="Times New Roman" panose="02020603050405020304" pitchFamily="18" charset="0"/>
            </a:endParaRPr>
          </a:p>
        </p:txBody>
      </p:sp>
      <p:sp>
        <p:nvSpPr>
          <p:cNvPr id="5" name="TextBox 4"/>
          <p:cNvSpPr txBox="1"/>
          <p:nvPr>
            <p:custDataLst>
              <p:tags r:id="rId2"/>
            </p:custDataLst>
          </p:nvPr>
        </p:nvSpPr>
        <p:spPr>
          <a:xfrm>
            <a:off x="1143000" y="1600200"/>
            <a:ext cx="9829800" cy="3138170"/>
          </a:xfrm>
          <a:prstGeom prst="rect">
            <a:avLst/>
          </a:prstGeom>
          <a:noFill/>
        </p:spPr>
        <p:txBody>
          <a:bodyPr wrap="square" rtlCol="0">
            <a:normAutofit/>
          </a:bodyPr>
          <a:lstStyle/>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Interviews are essential for career success, but many candidates struggle due to lack of proper preparation and feedback.</a:t>
            </a: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The AI Interview Preparation &amp; Feedback System provides simulated interviews to help users practice effectively.</a:t>
            </a:r>
            <a:endParaRPr lang="en-US" altLang="en-US" sz="1800">
              <a:latin typeface="+mn-lt"/>
              <a:cs typeface="Times New Roman" panose="02020603050405020304" pitchFamily="18" charset="0"/>
            </a:endParaRPr>
          </a:p>
          <a:p>
            <a:pPr marL="0" indent="0" algn="just">
              <a:buFont typeface="Wingdings" panose="05000000000000000000" charset="0"/>
              <a:buNone/>
              <a:defRPr sz="2000"/>
            </a:pP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Using Artificial Intelligence, the system analyzes responses to identify strengths and weaknesses.</a:t>
            </a: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It delivers instant, personalized feedback to improve communication, confidence, and interview performance.</a:t>
            </a:r>
            <a:endParaRPr lang="en-US" altLang="en-US" sz="1800">
              <a:latin typeface="+mn-lt"/>
              <a:cs typeface="Times New Roman" panose="02020603050405020304" pitchFamily="18" charset="0"/>
            </a:endParaRPr>
          </a:p>
          <a:p>
            <a:pPr marL="285750" indent="-285750" algn="just">
              <a:buFont typeface="Wingdings" panose="05000000000000000000" charset="0"/>
              <a:buChar char="Ø"/>
            </a:pPr>
            <a:endParaRPr lang="en-US" sz="1800" dirty="0">
              <a:latin typeface="+mn-lt"/>
            </a:endParaRPr>
          </a:p>
        </p:txBody>
      </p:sp>
      <p:sp>
        <p:nvSpPr>
          <p:cNvPr id="8" name="Title 7"/>
          <p:cNvSpPr>
            <a:spLocks noGrp="1"/>
          </p:cNvSpPr>
          <p:nvPr>
            <p:ph type="title"/>
            <p:custDataLst>
              <p:tags r:id="rId3"/>
            </p:custDataLst>
          </p:nvPr>
        </p:nvSpPr>
        <p:spPr>
          <a:xfrm>
            <a:off x="694690" y="360045"/>
            <a:ext cx="10800080" cy="321945"/>
          </a:xfrm>
        </p:spPr>
        <p:txBody>
          <a:bodyPr vert="horz" lIns="0" tIns="0" rIns="0" bIns="0" rtlCol="0" anchor="b">
            <a:normAutofit fontScale="90000"/>
          </a:bodyPr>
          <a:lstStyle>
            <a:lvl1pPr>
              <a:defRPr>
                <a:latin typeface="+mj-lt"/>
                <a:sym typeface="Arial" panose="020B0604020202020204" pitchFamily="34" charset="0"/>
              </a:defRPr>
            </a:lvl1pPr>
          </a:lstStyle>
          <a:p>
            <a:pPr lvl="0" algn="l">
              <a:buClrTx/>
              <a:buSzTx/>
              <a:buFontTx/>
            </a:pPr>
            <a:r>
              <a:rPr lang="en-US" dirty="0">
                <a:ea typeface="+mj-ea"/>
                <a:sym typeface="+mn-ea"/>
              </a:rPr>
              <a:t>AI Interview Preparation &amp; Feedback System</a:t>
            </a:r>
            <a:endParaRPr lang="en-US" dirty="0">
              <a:ea typeface="+mj-ea"/>
              <a:sym typeface="+mn-ea"/>
            </a:endParaRPr>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5"/>
          <p:cNvSpPr txBox="1">
            <a:spLocks noGrp="1"/>
          </p:cNvSpPr>
          <p:nvPr>
            <p:custDataLst>
              <p:tags r:id="rId1"/>
            </p:custDataLst>
          </p:nvPr>
        </p:nvSpPr>
        <p:spPr>
          <a:xfrm>
            <a:off x="3756025" y="6433904"/>
            <a:ext cx="4819015" cy="180340"/>
          </a:xfrm>
          <a:prstGeom prst="rect">
            <a:avLst/>
          </a:prstGeom>
        </p:spPr>
        <p:txBody>
          <a:bodyPr vert="horz" wrap="square" lIns="0" tIns="0" rIns="0" bIns="0" rtlCol="0">
            <a:normAutofit fontScale="90000"/>
          </a:bodyPr>
          <a:lstStyle>
            <a:lvl1pPr marL="0">
              <a:defRPr sz="1200" b="0" i="0">
                <a:solidFill>
                  <a:srgbClr val="FF0000"/>
                </a:solidFill>
                <a:latin typeface="Times New Roman" panose="02020603050405020304"/>
                <a:ea typeface="+mn-ea"/>
                <a:cs typeface="Times New Roman" panose="020206030504050203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633095">
              <a:lnSpc>
                <a:spcPts val="1410"/>
              </a:lnSpc>
            </a:pPr>
            <a:endParaRPr spc="-50" dirty="0">
              <a:solidFill>
                <a:schemeClr val="accent1"/>
              </a:solidFill>
              <a:latin typeface="+mn-lt"/>
            </a:endParaRPr>
          </a:p>
        </p:txBody>
      </p:sp>
      <p:sp>
        <p:nvSpPr>
          <p:cNvPr id="4" name="object 3"/>
          <p:cNvSpPr txBox="1">
            <a:spLocks noGrp="1"/>
          </p:cNvSpPr>
          <p:nvPr>
            <p:custDataLst>
              <p:tags r:id="rId2"/>
            </p:custDataLst>
          </p:nvPr>
        </p:nvSpPr>
        <p:spPr>
          <a:xfrm>
            <a:off x="387985" y="1192530"/>
            <a:ext cx="10513060" cy="638175"/>
          </a:xfrm>
          <a:prstGeom prst="rect">
            <a:avLst/>
          </a:prstGeom>
        </p:spPr>
        <p:txBody>
          <a:bodyPr vert="horz" wrap="square" lIns="0" tIns="15875" rIns="0" bIns="0" rtlCol="0">
            <a:normAutofit/>
          </a:bodyPr>
          <a:lstStyle>
            <a:lvl1pPr>
              <a:defRPr sz="1800" b="0" i="0">
                <a:solidFill>
                  <a:schemeClr val="tx1"/>
                </a:solidFill>
                <a:latin typeface="Verdana" panose="020B0604030504040204"/>
                <a:ea typeface="+mj-ea"/>
                <a:cs typeface="Verdana" panose="020B0604030504040204"/>
              </a:defRPr>
            </a:lvl1pPr>
          </a:lstStyle>
          <a:p>
            <a:pPr marL="12700" algn="ctr">
              <a:lnSpc>
                <a:spcPct val="100000"/>
              </a:lnSpc>
              <a:spcBef>
                <a:spcPts val="125"/>
              </a:spcBef>
            </a:pPr>
            <a:r>
              <a:rPr lang="en-US" sz="3600" b="1" dirty="0">
                <a:solidFill>
                  <a:schemeClr val="accent1"/>
                </a:solidFill>
                <a:latin typeface="+mj-lt"/>
                <a:cs typeface="Times New Roman" panose="02020603050405020304" pitchFamily="18" charset="0"/>
              </a:rPr>
              <a:t>PROBLEM STATEMENT</a:t>
            </a:r>
            <a:endParaRPr lang="en-US" sz="3600" b="1" dirty="0">
              <a:solidFill>
                <a:schemeClr val="accent1"/>
              </a:solidFill>
              <a:latin typeface="+mj-lt"/>
              <a:cs typeface="Times New Roman" panose="02020603050405020304" pitchFamily="18" charset="0"/>
            </a:endParaRPr>
          </a:p>
        </p:txBody>
      </p:sp>
      <p:sp>
        <p:nvSpPr>
          <p:cNvPr id="6" name="TextBox 5"/>
          <p:cNvSpPr txBox="1"/>
          <p:nvPr>
            <p:custDataLst>
              <p:tags r:id="rId3"/>
            </p:custDataLst>
          </p:nvPr>
        </p:nvSpPr>
        <p:spPr>
          <a:xfrm>
            <a:off x="914400" y="2133600"/>
            <a:ext cx="10275570" cy="2861310"/>
          </a:xfrm>
          <a:prstGeom prst="rect">
            <a:avLst/>
          </a:prstGeom>
          <a:noFill/>
        </p:spPr>
        <p:txBody>
          <a:bodyPr wrap="square" rtlCol="0">
            <a:normAutofit/>
          </a:bodyPr>
          <a:lstStyle/>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 Many candidates lack access to realistic and consistent interview practice environments.</a:t>
            </a:r>
            <a:endParaRPr lang="en-US" altLang="en-US" sz="1800">
              <a:latin typeface="+mn-lt"/>
              <a:cs typeface="Times New Roman" panose="02020603050405020304" pitchFamily="18" charset="0"/>
              <a:sym typeface="+mn-ea"/>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sym typeface="+mn-ea"/>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 Existing interview preparation methods provide limited, delayed, or subjective feedback.</a:t>
            </a:r>
            <a:endParaRPr lang="en-US" altLang="en-US" sz="1800">
              <a:latin typeface="+mn-lt"/>
              <a:cs typeface="Times New Roman" panose="02020603050405020304" pitchFamily="18" charset="0"/>
              <a:sym typeface="+mn-ea"/>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sym typeface="+mn-ea"/>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Manual mock interviews are time-consuming and expensive, making them inaccessible to many learners.</a:t>
            </a:r>
            <a:endParaRPr lang="en-US" altLang="en-US" sz="1800">
              <a:latin typeface="+mn-lt"/>
              <a:cs typeface="Times New Roman" panose="02020603050405020304" pitchFamily="18" charset="0"/>
              <a:sym typeface="+mn-ea"/>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sym typeface="+mn-ea"/>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There is a need for an intelligent, automated system that offers personalized interview practice and instant feedback. </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buFont typeface="Wingdings" panose="05000000000000000000" charset="0"/>
              <a:buChar char="Ø"/>
            </a:pPr>
            <a:endParaRPr lang="en-US" sz="1800" dirty="0">
              <a:latin typeface="+mn-lt"/>
            </a:endParaRPr>
          </a:p>
        </p:txBody>
      </p:sp>
      <p:sp>
        <p:nvSpPr>
          <p:cNvPr id="9" name="Title 8"/>
          <p:cNvSpPr>
            <a:spLocks noGrp="1"/>
          </p:cNvSpPr>
          <p:nvPr>
            <p:ph type="title"/>
            <p:custDataLst>
              <p:tags r:id="rId4"/>
            </p:custDataLst>
          </p:nvPr>
        </p:nvSpPr>
        <p:spPr/>
        <p:txBody>
          <a:bodyPr vert="horz" lIns="0" tIns="0" rIns="0" bIns="0" rtlCol="0" anchor="b">
            <a:normAutofit/>
          </a:bodyPr>
          <a:lstStyle>
            <a:lvl1pPr>
              <a:defRPr>
                <a:latin typeface="+mj-lt"/>
                <a:sym typeface="Arial" panose="020B0604020202020204" pitchFamily="34" charset="0"/>
              </a:defRPr>
            </a:lvl1pPr>
          </a:lstStyle>
          <a:p>
            <a:pPr lvl="0" algn="l">
              <a:buClrTx/>
              <a:buSzTx/>
              <a:buFontTx/>
            </a:pPr>
            <a:r>
              <a:rPr lang="en-US" dirty="0">
                <a:ea typeface="+mj-ea"/>
                <a:sym typeface="+mn-ea"/>
              </a:rPr>
              <a:t>AI Interview Preparation &amp; Feedback System</a:t>
            </a:r>
            <a:endParaRPr lang="en-US" dirty="0">
              <a:ea typeface="+mj-ea"/>
              <a:sym typeface="+mn-ea"/>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txBox="1">
            <a:spLocks noGrp="1"/>
          </p:cNvSpPr>
          <p:nvPr>
            <p:custDataLst>
              <p:tags r:id="rId1"/>
            </p:custDataLst>
          </p:nvPr>
        </p:nvSpPr>
        <p:spPr>
          <a:xfrm>
            <a:off x="4114800" y="1365250"/>
            <a:ext cx="3274695" cy="440055"/>
          </a:xfrm>
          <a:prstGeom prst="rect">
            <a:avLst/>
          </a:prstGeom>
        </p:spPr>
        <p:txBody>
          <a:bodyPr vert="horz" wrap="square" lIns="0" tIns="15875" rIns="0" bIns="0" rtlCol="0">
            <a:noAutofit/>
          </a:bodyPr>
          <a:lstStyle>
            <a:lvl1pPr>
              <a:defRPr sz="1800" b="0" i="0">
                <a:solidFill>
                  <a:schemeClr val="tx1"/>
                </a:solidFill>
                <a:latin typeface="Verdana" panose="020B0604030504040204"/>
                <a:ea typeface="+mj-ea"/>
                <a:cs typeface="Verdana" panose="020B0604030504040204"/>
              </a:defRPr>
            </a:lvl1pPr>
          </a:lstStyle>
          <a:p>
            <a:pPr marL="12700" algn="ctr">
              <a:lnSpc>
                <a:spcPct val="100000"/>
              </a:lnSpc>
              <a:spcBef>
                <a:spcPts val="125"/>
              </a:spcBef>
            </a:pPr>
            <a:r>
              <a:rPr sz="3200" b="1">
                <a:solidFill>
                  <a:schemeClr val="accent1"/>
                </a:solidFill>
                <a:latin typeface="+mn-lt"/>
                <a:cs typeface="Times New Roman" panose="02020603050405020304" pitchFamily="18" charset="0"/>
                <a:sym typeface="+mn-ea"/>
              </a:rPr>
              <a:t>Abstract</a:t>
            </a:r>
            <a:endParaRPr lang="en-US" sz="3200" b="1" dirty="0">
              <a:solidFill>
                <a:schemeClr val="accent1"/>
              </a:solidFill>
              <a:latin typeface="+mn-lt"/>
              <a:cs typeface="Times New Roman" panose="02020603050405020304" pitchFamily="18" charset="0"/>
              <a:sym typeface="+mn-ea"/>
            </a:endParaRPr>
          </a:p>
        </p:txBody>
      </p:sp>
      <p:sp>
        <p:nvSpPr>
          <p:cNvPr id="6" name="TextBox 5"/>
          <p:cNvSpPr txBox="1"/>
          <p:nvPr>
            <p:custDataLst>
              <p:tags r:id="rId2"/>
            </p:custDataLst>
          </p:nvPr>
        </p:nvSpPr>
        <p:spPr>
          <a:xfrm>
            <a:off x="914400" y="2133600"/>
            <a:ext cx="10275570" cy="2030095"/>
          </a:xfrm>
          <a:prstGeom prst="rect">
            <a:avLst/>
          </a:prstGeom>
          <a:noFill/>
        </p:spPr>
        <p:txBody>
          <a:bodyPr wrap="square" rtlCol="0">
            <a:normAutofit/>
          </a:bodyPr>
          <a:lstStyle/>
          <a:p>
            <a:pPr algn="just">
              <a:defRPr sz="2000"/>
            </a:pPr>
            <a:r>
              <a:rPr lang="en-US" altLang="en-US" sz="1800">
                <a:latin typeface="+mn-lt"/>
                <a:cs typeface="Times New Roman" panose="02020603050405020304" pitchFamily="18" charset="0"/>
                <a:sym typeface="+mn-ea"/>
              </a:rPr>
              <a:t>The AI Interview Preparation and Feedback System is an intelligent software application designed to help students and job seekers improve their interview skills through simulated, real-time interview experiences. The system uses Artificial Intelligence and Natural Language Processing (NLP) to conduct mock interviews by asking technical, behavioral, and HR-related questions based on the user’s selected domain. User responses are analyzed for content relevance, clarity, confidence, grammar, and communication skills.</a:t>
            </a:r>
            <a:endParaRPr lang="en-US" altLang="en-US" sz="1800">
              <a:latin typeface="+mn-lt"/>
              <a:cs typeface="Times New Roman" panose="02020603050405020304" pitchFamily="18" charset="0"/>
            </a:endParaRPr>
          </a:p>
          <a:p>
            <a:pPr algn="just">
              <a:defRPr sz="2000"/>
            </a:pPr>
            <a:endParaRPr lang="en-US" altLang="en-US" sz="1800">
              <a:latin typeface="+mn-lt"/>
              <a:cs typeface="Times New Roman" panose="02020603050405020304" pitchFamily="18" charset="0"/>
            </a:endParaRPr>
          </a:p>
          <a:p>
            <a:pPr algn="just">
              <a:buFont typeface="Wingdings" panose="05000000000000000000" pitchFamily="2" charset="2"/>
              <a:buChar char="Ø"/>
            </a:pPr>
            <a:endParaRPr lang="en-US" sz="1800" dirty="0">
              <a:latin typeface="+mn-lt"/>
            </a:endParaRPr>
          </a:p>
        </p:txBody>
      </p:sp>
      <p:sp>
        <p:nvSpPr>
          <p:cNvPr id="9" name="Title 8"/>
          <p:cNvSpPr>
            <a:spLocks noGrp="1"/>
          </p:cNvSpPr>
          <p:nvPr>
            <p:ph type="title"/>
            <p:custDataLst>
              <p:tags r:id="rId3"/>
            </p:custDataLst>
          </p:nvPr>
        </p:nvSpPr>
        <p:spPr/>
        <p:txBody>
          <a:bodyPr vert="horz" lIns="0" tIns="0" rIns="0" bIns="0" rtlCol="0" anchor="b">
            <a:normAutofit/>
          </a:bodyPr>
          <a:lstStyle>
            <a:lvl1pPr>
              <a:defRPr>
                <a:latin typeface="+mj-lt"/>
                <a:sym typeface="Arial" panose="020B0604020202020204" pitchFamily="34" charset="0"/>
              </a:defRPr>
            </a:lvl1pPr>
          </a:lstStyle>
          <a:p>
            <a:pPr lvl="0" algn="l">
              <a:buClrTx/>
              <a:buSzTx/>
              <a:buFontTx/>
            </a:pPr>
            <a:r>
              <a:rPr lang="en-US" dirty="0">
                <a:ea typeface="+mj-ea"/>
                <a:sym typeface="+mn-ea"/>
              </a:rPr>
              <a:t>AI Interview Preparation &amp; Feedback System</a:t>
            </a:r>
            <a:endParaRPr lang="en-US" dirty="0">
              <a:ea typeface="+mj-ea"/>
              <a:sym typeface="+mn-ea"/>
            </a:endParaRPr>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txBox="1">
            <a:spLocks noGrp="1"/>
          </p:cNvSpPr>
          <p:nvPr>
            <p:custDataLst>
              <p:tags r:id="rId1"/>
            </p:custDataLst>
          </p:nvPr>
        </p:nvSpPr>
        <p:spPr>
          <a:xfrm>
            <a:off x="4114800" y="1080135"/>
            <a:ext cx="4184015" cy="668655"/>
          </a:xfrm>
          <a:prstGeom prst="rect">
            <a:avLst/>
          </a:prstGeom>
        </p:spPr>
        <p:txBody>
          <a:bodyPr vert="horz" wrap="square" lIns="0" tIns="15875" rIns="0" bIns="0" rtlCol="0">
            <a:noAutofit/>
          </a:bodyPr>
          <a:lstStyle>
            <a:lvl1pPr>
              <a:defRPr sz="1800" b="0" i="0">
                <a:solidFill>
                  <a:schemeClr val="tx1"/>
                </a:solidFill>
                <a:latin typeface="Verdana" panose="020B0604030504040204"/>
                <a:ea typeface="+mj-ea"/>
                <a:cs typeface="Verdana" panose="020B0604030504040204"/>
              </a:defRPr>
            </a:lvl1pPr>
          </a:lstStyle>
          <a:p>
            <a:pPr marL="12700" algn="ctr">
              <a:lnSpc>
                <a:spcPct val="100000"/>
              </a:lnSpc>
              <a:spcBef>
                <a:spcPts val="125"/>
              </a:spcBef>
            </a:pPr>
            <a:r>
              <a:rPr sz="3600">
                <a:solidFill>
                  <a:schemeClr val="accent1"/>
                </a:solidFill>
                <a:latin typeface="+mn-lt"/>
                <a:sym typeface="+mn-ea"/>
              </a:rPr>
              <a:t>Existing System</a:t>
            </a:r>
            <a:endParaRPr lang="en-US" sz="3600" dirty="0">
              <a:solidFill>
                <a:schemeClr val="accent1"/>
              </a:solidFill>
              <a:latin typeface="+mn-lt"/>
              <a:cs typeface="Times New Roman" panose="02020603050405020304" pitchFamily="18" charset="0"/>
              <a:sym typeface="+mn-ea"/>
            </a:endParaRPr>
          </a:p>
        </p:txBody>
      </p:sp>
      <p:sp>
        <p:nvSpPr>
          <p:cNvPr id="6" name="TextBox 5"/>
          <p:cNvSpPr txBox="1"/>
          <p:nvPr>
            <p:custDataLst>
              <p:tags r:id="rId2"/>
            </p:custDataLst>
          </p:nvPr>
        </p:nvSpPr>
        <p:spPr>
          <a:xfrm>
            <a:off x="914400" y="2133600"/>
            <a:ext cx="10275570" cy="3415030"/>
          </a:xfrm>
          <a:prstGeom prst="rect">
            <a:avLst/>
          </a:prstGeom>
          <a:noFill/>
        </p:spPr>
        <p:txBody>
          <a:bodyPr wrap="square" rtlCol="0">
            <a:normAutofit/>
          </a:bodyPr>
          <a:lstStyle/>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Traditional interview preparation relies on self-study, books, and static online materials.</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Mock interviews are usually conducted by human trainers, which are time-consuming and costly.</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Feedback is often manual, delayed, and subjective, depending on the interviewer.</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Existing platforms provide limited personalization based on individual performance.</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Continuous performance tracking and detailed analytics are mostly unavailable.</a:t>
            </a:r>
            <a:endParaRPr lang="en-US" altLang="en-US" sz="1800">
              <a:latin typeface="+mn-lt"/>
              <a:cs typeface="Times New Roman" panose="02020603050405020304" pitchFamily="18" charset="0"/>
            </a:endParaRPr>
          </a:p>
          <a:p>
            <a:pPr marL="0" indent="0" algn="just">
              <a:buFont typeface="Wingdings" panose="05000000000000000000" charset="0"/>
              <a:buNone/>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pPr>
            <a:endParaRPr lang="en-US" sz="1800" dirty="0">
              <a:latin typeface="+mn-lt"/>
            </a:endParaRPr>
          </a:p>
        </p:txBody>
      </p:sp>
      <p:sp>
        <p:nvSpPr>
          <p:cNvPr id="9" name="Title 8"/>
          <p:cNvSpPr>
            <a:spLocks noGrp="1"/>
          </p:cNvSpPr>
          <p:nvPr>
            <p:ph type="title"/>
            <p:custDataLst>
              <p:tags r:id="rId3"/>
            </p:custDataLst>
          </p:nvPr>
        </p:nvSpPr>
        <p:spPr/>
        <p:txBody>
          <a:bodyPr vert="horz" lIns="0" tIns="0" rIns="0" bIns="0" rtlCol="0" anchor="b">
            <a:normAutofit/>
          </a:bodyPr>
          <a:lstStyle>
            <a:lvl1pPr>
              <a:defRPr>
                <a:latin typeface="+mj-lt"/>
                <a:sym typeface="Arial" panose="020B0604020202020204" pitchFamily="34" charset="0"/>
              </a:defRPr>
            </a:lvl1pPr>
          </a:lstStyle>
          <a:p>
            <a:pPr lvl="0" algn="l">
              <a:buClrTx/>
              <a:buSzTx/>
              <a:buFontTx/>
            </a:pPr>
            <a:r>
              <a:rPr lang="en-US" dirty="0">
                <a:ea typeface="+mj-ea"/>
                <a:sym typeface="+mn-ea"/>
              </a:rPr>
              <a:t>AI Interview Preparation &amp; Feedback System</a:t>
            </a:r>
            <a:endParaRPr lang="en-US" dirty="0">
              <a:ea typeface="+mj-ea"/>
              <a:sym typeface="+mn-ea"/>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p:cNvSpPr txBox="1">
            <a:spLocks noGrp="1"/>
          </p:cNvSpPr>
          <p:nvPr>
            <p:custDataLst>
              <p:tags r:id="rId1"/>
            </p:custDataLst>
          </p:nvPr>
        </p:nvSpPr>
        <p:spPr>
          <a:xfrm>
            <a:off x="4114800" y="1136650"/>
            <a:ext cx="4500245" cy="708025"/>
          </a:xfrm>
          <a:prstGeom prst="rect">
            <a:avLst/>
          </a:prstGeom>
        </p:spPr>
        <p:txBody>
          <a:bodyPr vert="horz" wrap="square" lIns="0" tIns="15875" rIns="0" bIns="0" rtlCol="0">
            <a:noAutofit/>
          </a:bodyPr>
          <a:lstStyle>
            <a:lvl1pPr>
              <a:defRPr sz="1800" b="0" i="0">
                <a:solidFill>
                  <a:schemeClr val="tx1"/>
                </a:solidFill>
                <a:latin typeface="Verdana" panose="020B0604030504040204"/>
                <a:ea typeface="+mj-ea"/>
                <a:cs typeface="Verdana" panose="020B0604030504040204"/>
              </a:defRPr>
            </a:lvl1pPr>
          </a:lstStyle>
          <a:p>
            <a:pPr marL="12700" algn="ctr">
              <a:lnSpc>
                <a:spcPct val="100000"/>
              </a:lnSpc>
              <a:spcBef>
                <a:spcPts val="125"/>
              </a:spcBef>
            </a:pPr>
            <a:r>
              <a:rPr sz="3200">
                <a:solidFill>
                  <a:schemeClr val="accent1"/>
                </a:solidFill>
                <a:latin typeface="+mn-lt"/>
                <a:sym typeface="+mn-ea"/>
              </a:rPr>
              <a:t>Proposed System</a:t>
            </a:r>
            <a:endParaRPr lang="en-US" sz="3200" dirty="0">
              <a:solidFill>
                <a:schemeClr val="accent1"/>
              </a:solidFill>
              <a:latin typeface="+mn-lt"/>
              <a:cs typeface="Times New Roman" panose="02020603050405020304" pitchFamily="18" charset="0"/>
              <a:sym typeface="+mn-ea"/>
            </a:endParaRPr>
          </a:p>
        </p:txBody>
      </p:sp>
      <p:sp>
        <p:nvSpPr>
          <p:cNvPr id="6" name="TextBox 5"/>
          <p:cNvSpPr txBox="1"/>
          <p:nvPr>
            <p:custDataLst>
              <p:tags r:id="rId2"/>
            </p:custDataLst>
          </p:nvPr>
        </p:nvSpPr>
        <p:spPr>
          <a:xfrm>
            <a:off x="914400" y="1917065"/>
            <a:ext cx="10275570" cy="3988435"/>
          </a:xfrm>
          <a:prstGeom prst="rect">
            <a:avLst/>
          </a:prstGeom>
          <a:noFill/>
        </p:spPr>
        <p:txBody>
          <a:bodyPr wrap="square" rtlCol="0">
            <a:normAutofit lnSpcReduction="10000"/>
          </a:bodyPr>
          <a:lstStyle/>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The proposed system introduces an AI-powered platform for conducting realistic mock interviews.</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It automatically analyzes user responses using machine learning and NLP techniques.</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The system provides instant, personalized feedback on communication, technical skills, and confidence.</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It adapts interview questions based on user performance and progress.</a:t>
            </a: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endParaRPr lang="en-US" altLang="en-US" sz="1800">
              <a:latin typeface="+mn-lt"/>
              <a:cs typeface="Times New Roman" panose="02020603050405020304" pitchFamily="18" charset="0"/>
            </a:endParaRPr>
          </a:p>
          <a:p>
            <a:pPr marL="285750" indent="-285750" algn="just">
              <a:buFont typeface="Wingdings" panose="05000000000000000000" charset="0"/>
              <a:buChar char="Ø"/>
              <a:defRPr sz="2000"/>
            </a:pPr>
            <a:r>
              <a:rPr lang="en-US" altLang="en-US" sz="1800">
                <a:latin typeface="+mn-lt"/>
                <a:cs typeface="Times New Roman" panose="02020603050405020304" pitchFamily="18" charset="0"/>
                <a:sym typeface="+mn-ea"/>
              </a:rPr>
              <a:t>Detailed performance reports and analytics help users track improvement over time.</a:t>
            </a:r>
            <a:endParaRPr lang="en-US" altLang="en-US" sz="1800">
              <a:latin typeface="+mn-lt"/>
              <a:cs typeface="Times New Roman" panose="02020603050405020304" pitchFamily="18" charset="0"/>
            </a:endParaRPr>
          </a:p>
          <a:p>
            <a:pPr marL="285750" indent="-285750" algn="just">
              <a:buFont typeface="Wingdings" panose="05000000000000000000" charset="0"/>
              <a:buChar char="Ø"/>
            </a:pPr>
            <a:endParaRPr lang="en-US" sz="1800" dirty="0">
              <a:latin typeface="+mn-lt"/>
            </a:endParaRPr>
          </a:p>
        </p:txBody>
      </p:sp>
      <p:sp>
        <p:nvSpPr>
          <p:cNvPr id="9" name="Title 8"/>
          <p:cNvSpPr>
            <a:spLocks noGrp="1"/>
          </p:cNvSpPr>
          <p:nvPr>
            <p:ph type="title"/>
            <p:custDataLst>
              <p:tags r:id="rId3"/>
            </p:custDataLst>
          </p:nvPr>
        </p:nvSpPr>
        <p:spPr/>
        <p:txBody>
          <a:bodyPr vert="horz" lIns="0" tIns="0" rIns="0" bIns="0" rtlCol="0" anchor="b">
            <a:normAutofit/>
          </a:bodyPr>
          <a:lstStyle>
            <a:lvl1pPr>
              <a:defRPr>
                <a:latin typeface="+mj-lt"/>
                <a:sym typeface="Arial" panose="020B0604020202020204" pitchFamily="34" charset="0"/>
              </a:defRPr>
            </a:lvl1pPr>
          </a:lstStyle>
          <a:p>
            <a:pPr lvl="0" algn="l">
              <a:buClrTx/>
              <a:buSzTx/>
              <a:buFontTx/>
            </a:pPr>
            <a:r>
              <a:rPr lang="en-US" dirty="0">
                <a:ea typeface="+mj-ea"/>
                <a:sym typeface="+mn-ea"/>
              </a:rPr>
              <a:t>AI Interview Preparation &amp; Feedback System</a:t>
            </a:r>
            <a:endParaRPr lang="en-US" dirty="0">
              <a:ea typeface="+mj-ea"/>
              <a:sym typeface="+mn-ea"/>
            </a:endParaRPr>
          </a:p>
        </p:txBody>
      </p:sp>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custDataLst>
              <p:tags r:id="rId1"/>
            </p:custDataLst>
          </p:nvPr>
        </p:nvSpPr>
        <p:spPr>
          <a:xfrm>
            <a:off x="152400" y="254635"/>
            <a:ext cx="10821035" cy="276860"/>
          </a:xfrm>
          <a:prstGeom prst="rect">
            <a:avLst/>
          </a:prstGeom>
        </p:spPr>
        <p:txBody>
          <a:bodyPr wrap="square" lIns="0" tIns="0" rIns="0" bIns="0">
            <a:noAutofit/>
          </a:bodyPr>
          <a:lstStyle>
            <a:lvl1pPr>
              <a:defRPr sz="1800" b="0" i="0">
                <a:solidFill>
                  <a:schemeClr val="tx1"/>
                </a:solidFill>
                <a:latin typeface="Verdana" panose="020B0604030504040204"/>
                <a:ea typeface="+mj-ea"/>
                <a:cs typeface="Verdana" panose="020B0604030504040204"/>
              </a:defRPr>
            </a:lvl1pPr>
          </a:lstStyle>
          <a:p>
            <a:pPr algn="ctr"/>
            <a:r>
              <a:rPr lang="en-US" altLang="en-US" sz="3200" dirty="0">
                <a:solidFill>
                  <a:schemeClr val="tx1"/>
                </a:solidFill>
                <a:latin typeface="+mj-lt"/>
                <a:cs typeface="Times New Roman" panose="02020603050405020304" pitchFamily="18" charset="0"/>
                <a:sym typeface="+mn-ea"/>
              </a:rPr>
              <a:t>AI Interview Preparation &amp; Feedback System</a:t>
            </a:r>
            <a:endParaRPr lang="en-US" altLang="en-US" sz="3200" dirty="0">
              <a:solidFill>
                <a:schemeClr val="tx1"/>
              </a:solidFill>
              <a:latin typeface="+mj-lt"/>
              <a:cs typeface="Times New Roman" panose="02020603050405020304" pitchFamily="18" charset="0"/>
              <a:sym typeface="+mn-ea"/>
            </a:endParaRPr>
          </a:p>
        </p:txBody>
      </p:sp>
      <p:pic>
        <p:nvPicPr>
          <p:cNvPr id="10" name="Picture 9" descr="ChatGPT Image Jan 21, 2026, 11_40_08 AM"/>
          <p:cNvPicPr>
            <a:picLocks noChangeAspect="1"/>
          </p:cNvPicPr>
          <p:nvPr>
            <p:custDataLst>
              <p:tags r:id="rId2"/>
            </p:custDataLst>
          </p:nvPr>
        </p:nvPicPr>
        <p:blipFill>
          <a:blip r:embed="rId3"/>
          <a:srcRect t="15556"/>
          <a:stretch>
            <a:fillRect/>
          </a:stretch>
        </p:blipFill>
        <p:spPr>
          <a:xfrm>
            <a:off x="635" y="1334770"/>
            <a:ext cx="12190730" cy="5523865"/>
          </a:xfrm>
          <a:prstGeom prst="rect">
            <a:avLst/>
          </a:prstGeom>
        </p:spPr>
      </p:pic>
      <p:sp>
        <p:nvSpPr>
          <p:cNvPr id="6" name="Title 5"/>
          <p:cNvSpPr>
            <a:spLocks noGrp="1"/>
          </p:cNvSpPr>
          <p:nvPr>
            <p:ph type="title"/>
            <p:custDataLst>
              <p:tags r:id="rId4"/>
            </p:custDataLst>
          </p:nvPr>
        </p:nvSpPr>
        <p:spPr>
          <a:xfrm>
            <a:off x="694690" y="803910"/>
            <a:ext cx="10800080" cy="381000"/>
          </a:xfrm>
        </p:spPr>
        <p:txBody>
          <a:bodyPr vert="horz" lIns="0" tIns="0" rIns="0" bIns="0" rtlCol="0" anchor="b">
            <a:normAutofit fontScale="90000"/>
          </a:bodyPr>
          <a:lstStyle>
            <a:lvl1pPr>
              <a:defRPr>
                <a:latin typeface="+mj-lt"/>
                <a:sym typeface="Arial" panose="020B0604020202020204" pitchFamily="34" charset="0"/>
              </a:defRPr>
            </a:lvl1pPr>
          </a:lstStyle>
          <a:p>
            <a:pPr lvl="0" algn="ctr">
              <a:buClrTx/>
              <a:buSzTx/>
              <a:buFontTx/>
            </a:pPr>
            <a:r>
              <a:rPr lang="en-US" dirty="0">
                <a:ea typeface="+mj-ea"/>
                <a:sym typeface="+mn-ea"/>
              </a:rPr>
              <a:t> </a:t>
            </a:r>
            <a:r>
              <a:rPr lang="en-US" dirty="0">
                <a:solidFill>
                  <a:schemeClr val="accent1"/>
                </a:solidFill>
                <a:ea typeface="+mj-ea"/>
                <a:sym typeface="+mn-ea"/>
              </a:rPr>
              <a:t>SYSTEM ARCHITECTURE</a:t>
            </a:r>
            <a:endParaRPr lang="en-US" dirty="0">
              <a:solidFill>
                <a:schemeClr val="accent1"/>
              </a:solidFill>
              <a:ea typeface="+mj-ea"/>
              <a:sym typeface="+mn-ea"/>
            </a:endParaRPr>
          </a:p>
        </p:txBody>
      </p:sp>
    </p:spTree>
    <p:custDataLst>
      <p:tags r:id="rId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p:cNvSpPr>
            <a:spLocks noGrp="1"/>
          </p:cNvSpPr>
          <p:nvPr>
            <p:custDataLst>
              <p:tags r:id="rId1"/>
            </p:custDataLst>
          </p:nvPr>
        </p:nvSpPr>
        <p:spPr>
          <a:xfrm>
            <a:off x="694799" y="1266825"/>
            <a:ext cx="10799999" cy="4910775"/>
          </a:xfrm>
          <a:prstGeom prst="rect">
            <a:avLst/>
          </a:prstGeom>
        </p:spPr>
        <p:txBody>
          <a:bodyPr wrap="square" lIns="0" tIns="0" rIns="0" bIns="0">
            <a:normAutofit lnSpcReduction="10000"/>
          </a:bodyPr>
          <a:lstStyle>
            <a:lvl1pPr marL="0">
              <a:defRPr sz="1800" b="0" i="0">
                <a:solidFill>
                  <a:schemeClr val="tx1"/>
                </a:solidFill>
                <a:latin typeface="Calibri" panose="020F0502020204030204"/>
                <a:ea typeface="+mn-ea"/>
                <a:cs typeface="Calibri" panose="020F050202020403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r>
              <a:rPr lang="en-US" b="1" dirty="0">
                <a:solidFill>
                  <a:schemeClr val="accent1"/>
                </a:solidFill>
                <a:latin typeface="+mn-lt"/>
                <a:cs typeface="Times New Roman" panose="02020603050405020304" pitchFamily="18" charset="0"/>
              </a:rPr>
              <a:t>                                                                   </a:t>
            </a:r>
            <a:r>
              <a:rPr lang="en-US" sz="3200" b="1" dirty="0">
                <a:solidFill>
                  <a:schemeClr val="accent1"/>
                </a:solidFill>
                <a:latin typeface="+mn-lt"/>
                <a:cs typeface="Times New Roman" panose="02020603050405020304" pitchFamily="18" charset="0"/>
              </a:rPr>
              <a:t>  FEATURES:</a:t>
            </a:r>
            <a:endParaRPr lang="en-US" b="1" dirty="0">
              <a:solidFill>
                <a:schemeClr val="accent1"/>
              </a:solidFill>
              <a:latin typeface="+mn-lt"/>
              <a:cs typeface="Times New Roman" panose="02020603050405020304" pitchFamily="18" charset="0"/>
            </a:endParaRPr>
          </a:p>
          <a:p>
            <a:endParaRPr lang="en-US" b="1" dirty="0">
              <a:solidFill>
                <a:schemeClr val="accent1"/>
              </a:solidFill>
              <a:latin typeface="+mn-lt"/>
              <a:cs typeface="Times New Roman" panose="02020603050405020304" pitchFamily="18" charset="0"/>
            </a:endParaRPr>
          </a:p>
          <a:p>
            <a:pPr marL="285750" indent="-285750">
              <a:lnSpc>
                <a:spcPct val="150000"/>
              </a:lnSpc>
              <a:buFont typeface="Wingdings" panose="05000000000000000000" charset="0"/>
              <a:buChar char="Ø"/>
            </a:pPr>
            <a:r>
              <a:rPr lang="en-US" dirty="0">
                <a:solidFill>
                  <a:schemeClr val="tx1"/>
                </a:solidFill>
                <a:latin typeface="+mn-lt"/>
                <a:cs typeface="Times New Roman" panose="02020603050405020304" pitchFamily="18" charset="0"/>
              </a:rPr>
              <a:t> </a:t>
            </a:r>
            <a:r>
              <a:rPr lang="en-US" altLang="en-US" dirty="0">
                <a:solidFill>
                  <a:schemeClr val="tx1"/>
                </a:solidFill>
                <a:latin typeface="+mn-lt"/>
                <a:cs typeface="Times New Roman" panose="02020603050405020304" pitchFamily="18" charset="0"/>
              </a:rPr>
              <a:t>Conducts AI-based mock interviews with technical, HR, and behavioral questions.</a:t>
            </a:r>
            <a:endParaRPr lang="en-US" altLang="en-US" dirty="0">
              <a:solidFill>
                <a:schemeClr val="tx1"/>
              </a:solidFill>
              <a:latin typeface="+mn-lt"/>
              <a:cs typeface="Times New Roman" panose="02020603050405020304" pitchFamily="18" charset="0"/>
            </a:endParaRPr>
          </a:p>
          <a:p>
            <a:pPr marL="285750" indent="-285750">
              <a:lnSpc>
                <a:spcPct val="150000"/>
              </a:lnSpc>
              <a:buFont typeface="Wingdings" panose="05000000000000000000" charset="0"/>
              <a:buChar char="Ø"/>
            </a:pPr>
            <a:endParaRPr lang="en-US" altLang="en-US" dirty="0">
              <a:solidFill>
                <a:schemeClr val="tx1"/>
              </a:solidFill>
              <a:latin typeface="+mn-lt"/>
              <a:cs typeface="Times New Roman" panose="02020603050405020304" pitchFamily="18" charset="0"/>
            </a:endParaRPr>
          </a:p>
          <a:p>
            <a:pPr marL="285750" indent="-285750">
              <a:lnSpc>
                <a:spcPct val="150000"/>
              </a:lnSpc>
              <a:buFont typeface="Wingdings" panose="05000000000000000000" charset="0"/>
              <a:buChar char="Ø"/>
            </a:pPr>
            <a:r>
              <a:rPr lang="en-US" altLang="en-US" dirty="0">
                <a:solidFill>
                  <a:schemeClr val="tx1"/>
                </a:solidFill>
                <a:latin typeface="+mn-lt"/>
                <a:cs typeface="Times New Roman" panose="02020603050405020304" pitchFamily="18" charset="0"/>
              </a:rPr>
              <a:t>Analyzes user responses using AI, Machine Learning, and NLP for clarity, relevance, grammar, and confidence.</a:t>
            </a:r>
            <a:endParaRPr lang="en-US" altLang="en-US" dirty="0">
              <a:solidFill>
                <a:schemeClr val="tx1"/>
              </a:solidFill>
              <a:latin typeface="+mn-lt"/>
              <a:cs typeface="Times New Roman" panose="02020603050405020304" pitchFamily="18" charset="0"/>
            </a:endParaRPr>
          </a:p>
          <a:p>
            <a:pPr marL="285750" indent="-285750">
              <a:lnSpc>
                <a:spcPct val="150000"/>
              </a:lnSpc>
              <a:buFont typeface="Wingdings" panose="05000000000000000000" charset="0"/>
              <a:buChar char="Ø"/>
            </a:pPr>
            <a:endParaRPr lang="en-US" altLang="en-US" dirty="0">
              <a:solidFill>
                <a:schemeClr val="tx1"/>
              </a:solidFill>
              <a:latin typeface="+mn-lt"/>
              <a:cs typeface="Times New Roman" panose="02020603050405020304" pitchFamily="18" charset="0"/>
            </a:endParaRPr>
          </a:p>
          <a:p>
            <a:pPr marL="285750" indent="-285750">
              <a:lnSpc>
                <a:spcPct val="150000"/>
              </a:lnSpc>
              <a:buFont typeface="Wingdings" panose="05000000000000000000" charset="0"/>
              <a:buChar char="Ø"/>
            </a:pPr>
            <a:r>
              <a:rPr lang="en-US" altLang="en-US" dirty="0">
                <a:solidFill>
                  <a:schemeClr val="tx1"/>
                </a:solidFill>
                <a:latin typeface="+mn-lt"/>
                <a:cs typeface="Times New Roman" panose="02020603050405020304" pitchFamily="18" charset="0"/>
              </a:rPr>
              <a:t>Provides instant personalized feedback and performance scores to identify strengths and weaknesses.</a:t>
            </a:r>
            <a:endParaRPr lang="en-US" altLang="en-US" dirty="0">
              <a:solidFill>
                <a:schemeClr val="tx1"/>
              </a:solidFill>
              <a:latin typeface="+mn-lt"/>
              <a:cs typeface="Times New Roman" panose="02020603050405020304" pitchFamily="18" charset="0"/>
            </a:endParaRPr>
          </a:p>
          <a:p>
            <a:pPr marL="285750" indent="-285750">
              <a:lnSpc>
                <a:spcPct val="150000"/>
              </a:lnSpc>
              <a:buFont typeface="Wingdings" panose="05000000000000000000" charset="0"/>
              <a:buChar char="Ø"/>
            </a:pPr>
            <a:endParaRPr lang="en-US" altLang="en-US" dirty="0">
              <a:solidFill>
                <a:schemeClr val="tx1"/>
              </a:solidFill>
              <a:latin typeface="+mn-lt"/>
              <a:cs typeface="Times New Roman" panose="02020603050405020304" pitchFamily="18" charset="0"/>
            </a:endParaRPr>
          </a:p>
          <a:p>
            <a:pPr marL="285750" indent="-285750">
              <a:lnSpc>
                <a:spcPct val="150000"/>
              </a:lnSpc>
              <a:buFont typeface="Wingdings" panose="05000000000000000000" charset="0"/>
              <a:buChar char="Ø"/>
            </a:pPr>
            <a:r>
              <a:rPr lang="en-US" altLang="en-US" dirty="0">
                <a:solidFill>
                  <a:schemeClr val="tx1"/>
                </a:solidFill>
                <a:latin typeface="+mn-lt"/>
                <a:cs typeface="Times New Roman" panose="02020603050405020304" pitchFamily="18" charset="0"/>
              </a:rPr>
              <a:t>Generates visual performance reports and progress tracking with downloadable PDF/CSV reports.</a:t>
            </a:r>
            <a:endParaRPr lang="en-US" altLang="en-US" dirty="0">
              <a:solidFill>
                <a:schemeClr val="tx1"/>
              </a:solidFill>
              <a:latin typeface="+mn-lt"/>
              <a:cs typeface="Times New Roman" panose="02020603050405020304" pitchFamily="18" charset="0"/>
            </a:endParaRPr>
          </a:p>
        </p:txBody>
      </p:sp>
      <p:sp>
        <p:nvSpPr>
          <p:cNvPr id="7" name="Title 6"/>
          <p:cNvSpPr>
            <a:spLocks noGrp="1"/>
          </p:cNvSpPr>
          <p:nvPr>
            <p:ph type="title"/>
            <p:custDataLst>
              <p:tags r:id="rId2"/>
            </p:custDataLst>
          </p:nvPr>
        </p:nvSpPr>
        <p:spPr/>
        <p:txBody>
          <a:bodyPr vert="horz" lIns="0" tIns="0" rIns="0" bIns="0" rtlCol="0" anchor="b">
            <a:normAutofit/>
          </a:bodyPr>
          <a:lstStyle>
            <a:lvl1pPr>
              <a:defRPr>
                <a:latin typeface="+mj-lt"/>
                <a:sym typeface="Arial" panose="020B0604020202020204" pitchFamily="34" charset="0"/>
              </a:defRPr>
            </a:lvl1pPr>
          </a:lstStyle>
          <a:p>
            <a:pPr lvl="0" algn="l">
              <a:buClrTx/>
              <a:buSzTx/>
              <a:buFontTx/>
            </a:pPr>
            <a:r>
              <a:rPr lang="en-US" dirty="0">
                <a:ea typeface="+mj-ea"/>
                <a:sym typeface="+mn-ea"/>
              </a:rPr>
              <a:t>AI Interview Preparation &amp; Feedback System</a:t>
            </a:r>
            <a:endParaRPr lang="en-US" dirty="0">
              <a:ea typeface="+mj-ea"/>
              <a:sym typeface="+mn-ea"/>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2"/>
          <p:cNvSpPr txBox="1">
            <a:spLocks noGrp="1"/>
          </p:cNvSpPr>
          <p:nvPr>
            <p:custDataLst>
              <p:tags r:id="rId1"/>
            </p:custDataLst>
          </p:nvPr>
        </p:nvSpPr>
        <p:spPr>
          <a:xfrm>
            <a:off x="152400" y="254635"/>
            <a:ext cx="10861040" cy="474980"/>
          </a:xfrm>
          <a:prstGeom prst="rect">
            <a:avLst/>
          </a:prstGeom>
        </p:spPr>
        <p:txBody>
          <a:bodyPr vert="horz" wrap="square" lIns="0" tIns="12700" rIns="0" bIns="0" rtlCol="0"/>
          <a:lstStyle>
            <a:lvl1pPr>
              <a:defRPr sz="1800" b="0" i="0">
                <a:solidFill>
                  <a:schemeClr val="tx1"/>
                </a:solidFill>
                <a:latin typeface="Verdana" panose="020B0604030504040204"/>
                <a:ea typeface="+mj-ea"/>
                <a:cs typeface="Verdana" panose="020B0604030504040204"/>
              </a:defRPr>
            </a:lvl1pPr>
          </a:lstStyle>
          <a:p>
            <a:pPr marL="12700" algn="ctr">
              <a:lnSpc>
                <a:spcPct val="100000"/>
              </a:lnSpc>
              <a:spcBef>
                <a:spcPts val="100"/>
              </a:spcBef>
            </a:pPr>
            <a:r>
              <a:rPr lang="en-US" altLang="en-US" sz="2800" dirty="0">
                <a:solidFill>
                  <a:schemeClr val="tx1"/>
                </a:solidFill>
                <a:latin typeface="+mj-lt"/>
                <a:cs typeface="Times New Roman" panose="02020603050405020304" pitchFamily="18" charset="0"/>
                <a:sym typeface="+mn-ea"/>
              </a:rPr>
              <a:t>AI Interview Preparation &amp; Feedback System</a:t>
            </a:r>
            <a:endParaRPr lang="en-US" altLang="en-US" sz="2800" spc="-20" dirty="0">
              <a:solidFill>
                <a:schemeClr val="tx1"/>
              </a:solidFill>
              <a:latin typeface="+mj-lt"/>
              <a:cs typeface="Times New Roman" panose="02020603050405020304" pitchFamily="18" charset="0"/>
              <a:sym typeface="+mn-ea"/>
            </a:endParaRPr>
          </a:p>
        </p:txBody>
      </p:sp>
      <p:sp>
        <p:nvSpPr>
          <p:cNvPr id="6" name="Text Box 5"/>
          <p:cNvSpPr txBox="1"/>
          <p:nvPr>
            <p:custDataLst>
              <p:tags r:id="rId2"/>
            </p:custDataLst>
          </p:nvPr>
        </p:nvSpPr>
        <p:spPr>
          <a:xfrm>
            <a:off x="1064895" y="1457960"/>
            <a:ext cx="9833610" cy="4321810"/>
          </a:xfrm>
          <a:prstGeom prst="rect">
            <a:avLst/>
          </a:prstGeom>
          <a:noFill/>
        </p:spPr>
        <p:txBody>
          <a:bodyPr wrap="square" rtlCol="0">
            <a:normAutofit/>
          </a:bodyPr>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Artificial Intelligence (AI) – Controls the overall intelligent behavior of the system, such as interview simulation and decision-making.</a:t>
            </a: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Machine Learning (ML) – Learns from user responses to assess performance and improve feedback accuracy.</a:t>
            </a: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Natural Language Processing (NLP) – Analyzes spoken or written interview answers, communication skills, and language usage.</a:t>
            </a: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Data Analytics – Tracks performance, identifies patterns, and generates reports and improvement insights.</a:t>
            </a: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endParaRPr lang="en-US" altLang="en-US" sz="1800">
              <a:latin typeface="+mn-lt"/>
              <a:cs typeface="Times New Roman" panose="02020603050405020304" pitchFamily="18" charset="0"/>
            </a:endParaRPr>
          </a:p>
          <a:p>
            <a:pPr marL="171450" indent="-171450" algn="just">
              <a:buFont typeface="Wingdings" panose="05000000000000000000" charset="0"/>
              <a:buChar char="Ø"/>
              <a:defRPr sz="2000"/>
            </a:pPr>
            <a:r>
              <a:rPr lang="en-US" altLang="en-US" sz="1800">
                <a:latin typeface="+mn-lt"/>
                <a:cs typeface="Times New Roman" panose="02020603050405020304" pitchFamily="18" charset="0"/>
                <a:sym typeface="+mn-ea"/>
              </a:rPr>
              <a:t>Cloud Computing – Enables scalable storage, remote access, and smooth system deployment.</a:t>
            </a:r>
            <a:endParaRPr lang="en-US" altLang="en-US" sz="1800">
              <a:latin typeface="+mn-lt"/>
              <a:cs typeface="Times New Roman" panose="02020603050405020304" pitchFamily="18" charset="0"/>
            </a:endParaRPr>
          </a:p>
          <a:p>
            <a:pPr marL="285750" indent="-285750" algn="just">
              <a:buFont typeface="Wingdings" panose="05000000000000000000" charset="0"/>
              <a:buChar char="Ø"/>
            </a:pPr>
            <a:endParaRPr lang="en-US" sz="1800">
              <a:latin typeface="+mn-lt"/>
              <a:cs typeface="Times New Roman" panose="02020603050405020304" pitchFamily="18" charset="0"/>
            </a:endParaRPr>
          </a:p>
        </p:txBody>
      </p:sp>
      <p:sp>
        <p:nvSpPr>
          <p:cNvPr id="9" name="Title 8"/>
          <p:cNvSpPr>
            <a:spLocks noGrp="1"/>
          </p:cNvSpPr>
          <p:nvPr>
            <p:ph type="title"/>
            <p:custDataLst>
              <p:tags r:id="rId3"/>
            </p:custDataLst>
          </p:nvPr>
        </p:nvSpPr>
        <p:spPr>
          <a:xfrm>
            <a:off x="694690" y="360045"/>
            <a:ext cx="10800080" cy="977265"/>
          </a:xfrm>
        </p:spPr>
        <p:txBody>
          <a:bodyPr vert="horz" lIns="0" tIns="0" rIns="0" bIns="0" rtlCol="0" anchor="b">
            <a:normAutofit/>
          </a:bodyPr>
          <a:lstStyle>
            <a:lvl1pPr>
              <a:defRPr>
                <a:latin typeface="+mj-lt"/>
                <a:sym typeface="Arial" panose="020B0604020202020204" pitchFamily="34" charset="0"/>
              </a:defRPr>
            </a:lvl1pPr>
          </a:lstStyle>
          <a:p>
            <a:pPr lvl="0" algn="ctr">
              <a:buClrTx/>
              <a:buSzTx/>
              <a:buFontTx/>
            </a:pPr>
            <a:r>
              <a:rPr lang="en-US" dirty="0">
                <a:solidFill>
                  <a:schemeClr val="accent1"/>
                </a:solidFill>
                <a:ea typeface="+mj-ea"/>
                <a:sym typeface="+mn-ea"/>
              </a:rPr>
              <a:t>TECHNOLOGIES USED</a:t>
            </a:r>
            <a:endParaRPr lang="en-US" dirty="0">
              <a:solidFill>
                <a:schemeClr val="accent1"/>
              </a:solidFill>
              <a:ea typeface="+mj-ea"/>
              <a:sym typeface="+mn-ea"/>
            </a:endParaRPr>
          </a:p>
        </p:txBody>
      </p:sp>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custDataLst>
              <p:tags r:id="rId1"/>
            </p:custDataLst>
          </p:nvPr>
        </p:nvSpPr>
        <p:spPr>
          <a:xfrm>
            <a:off x="4472940" y="1066800"/>
            <a:ext cx="5846445" cy="398780"/>
          </a:xfrm>
          <a:prstGeom prst="rect">
            <a:avLst/>
          </a:prstGeom>
          <a:noFill/>
        </p:spPr>
        <p:txBody>
          <a:bodyPr wrap="square" rtlCol="0">
            <a:normAutofit/>
          </a:bodyPr>
          <a:lstStyle/>
          <a:p>
            <a:r>
              <a:rPr lang="en-US" sz="2000" b="1" dirty="0">
                <a:solidFill>
                  <a:schemeClr val="accent1"/>
                </a:solidFill>
                <a:latin typeface="+mj-lt"/>
                <a:ea typeface="+mj-ea"/>
                <a:cs typeface="Times New Roman" panose="02020603050405020304" pitchFamily="18" charset="0"/>
              </a:rPr>
              <a:t>ADVANTAGES:</a:t>
            </a:r>
            <a:endParaRPr lang="en-US" sz="2000" b="1" dirty="0">
              <a:solidFill>
                <a:schemeClr val="accent1"/>
              </a:solidFill>
              <a:latin typeface="+mj-lt"/>
              <a:ea typeface="+mj-ea"/>
              <a:cs typeface="Times New Roman" panose="02020603050405020304" pitchFamily="18" charset="0"/>
            </a:endParaRPr>
          </a:p>
        </p:txBody>
      </p:sp>
      <p:sp>
        <p:nvSpPr>
          <p:cNvPr id="3" name="Rectangle 2"/>
          <p:cNvSpPr>
            <a:spLocks noGrp="1" noChangeArrowheads="1"/>
          </p:cNvSpPr>
          <p:nvPr>
            <p:custDataLst>
              <p:tags r:id="rId2"/>
            </p:custDataLst>
          </p:nvPr>
        </p:nvSpPr>
        <p:spPr bwMode="auto">
          <a:xfrm>
            <a:off x="1146175" y="1821180"/>
            <a:ext cx="9932670" cy="2999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lvl1pPr marL="0">
              <a:defRPr sz="1800" b="0" i="0">
                <a:solidFill>
                  <a:schemeClr val="tx1"/>
                </a:solidFill>
                <a:latin typeface="Calibri" panose="020F0502020204030204"/>
                <a:ea typeface="+mn-ea"/>
                <a:cs typeface="Calibri" panose="020F050202020403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85750" indent="-285750">
              <a:buFont typeface="Wingdings" panose="05000000000000000000" charset="0"/>
              <a:buChar char="Ø"/>
              <a:defRPr sz="2000"/>
            </a:pPr>
            <a:r>
              <a:rPr lang="en-US" altLang="en-US" sz="1800">
                <a:solidFill>
                  <a:schemeClr val="tx1"/>
                </a:solidFill>
                <a:latin typeface="+mn-lt"/>
                <a:cs typeface="Times New Roman" panose="02020603050405020304" pitchFamily="18" charset="0"/>
                <a:sym typeface="+mn-ea"/>
              </a:rPr>
              <a:t>Supports personalized learning based on individual performance.</a:t>
            </a: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r>
              <a:rPr lang="en-US" altLang="en-US" sz="1800">
                <a:solidFill>
                  <a:schemeClr val="tx1"/>
                </a:solidFill>
                <a:latin typeface="+mn-lt"/>
                <a:cs typeface="Times New Roman" panose="02020603050405020304" pitchFamily="18" charset="0"/>
                <a:sym typeface="+mn-ea"/>
              </a:rPr>
              <a:t>Saves time for teachers by automating interview evaluation.</a:t>
            </a: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r>
              <a:rPr lang="en-US" altLang="en-US" sz="1800">
                <a:solidFill>
                  <a:schemeClr val="tx1"/>
                </a:solidFill>
                <a:latin typeface="+mn-lt"/>
                <a:cs typeface="Times New Roman" panose="02020603050405020304" pitchFamily="18" charset="0"/>
                <a:sym typeface="+mn-ea"/>
              </a:rPr>
              <a:t>Enables continuous assessment through regular mock interviews.</a:t>
            </a: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r>
              <a:rPr lang="en-US" altLang="en-US" sz="1800">
                <a:solidFill>
                  <a:schemeClr val="tx1"/>
                </a:solidFill>
                <a:latin typeface="+mn-lt"/>
                <a:cs typeface="Times New Roman" panose="02020603050405020304" pitchFamily="18" charset="0"/>
                <a:sym typeface="+mn-ea"/>
              </a:rPr>
              <a:t>Improves accuracy and confidence with instant AI feedback.</a:t>
            </a: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endParaRPr lang="en-US" altLang="en-US" sz="1800">
              <a:solidFill>
                <a:schemeClr val="tx1"/>
              </a:solidFill>
              <a:latin typeface="+mn-lt"/>
              <a:cs typeface="Times New Roman" panose="02020603050405020304" pitchFamily="18" charset="0"/>
            </a:endParaRPr>
          </a:p>
          <a:p>
            <a:pPr marL="285750" indent="-285750">
              <a:buFont typeface="Wingdings" panose="05000000000000000000" charset="0"/>
              <a:buChar char="Ø"/>
              <a:defRPr sz="2000"/>
            </a:pPr>
            <a:r>
              <a:rPr lang="en-US" altLang="en-US" sz="1800">
                <a:solidFill>
                  <a:schemeClr val="tx1"/>
                </a:solidFill>
                <a:latin typeface="+mn-lt"/>
                <a:cs typeface="Times New Roman" panose="02020603050405020304" pitchFamily="18" charset="0"/>
                <a:sym typeface="+mn-ea"/>
              </a:rPr>
              <a:t>Scalable for large users through cloud-based deployment.</a:t>
            </a:r>
            <a:endParaRPr lang="en-US" altLang="en-US" sz="1800">
              <a:solidFill>
                <a:schemeClr val="tx1"/>
              </a:solidFill>
              <a:latin typeface="+mn-lt"/>
              <a:cs typeface="Times New Roman"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charset="0"/>
              <a:buChar char="Ø"/>
            </a:pPr>
            <a:endParaRPr kumimoji="0" lang="en-US" altLang="en-US" sz="1800" i="0" u="none" strike="noStrike" cap="none" normalizeH="0" baseline="0" dirty="0">
              <a:ln>
                <a:noFill/>
              </a:ln>
              <a:solidFill>
                <a:schemeClr val="tx1"/>
              </a:solidFill>
              <a:effectLst/>
              <a:latin typeface="+mn-lt"/>
              <a:cs typeface="Times New Roman" panose="02020603050405020304" pitchFamily="18" charset="0"/>
            </a:endParaRPr>
          </a:p>
        </p:txBody>
      </p:sp>
      <p:sp>
        <p:nvSpPr>
          <p:cNvPr id="8" name="Title 7"/>
          <p:cNvSpPr>
            <a:spLocks noGrp="1"/>
          </p:cNvSpPr>
          <p:nvPr>
            <p:ph type="title"/>
            <p:custDataLst>
              <p:tags r:id="rId3"/>
            </p:custDataLst>
          </p:nvPr>
        </p:nvSpPr>
        <p:spPr/>
        <p:txBody>
          <a:bodyPr vert="horz" lIns="0" tIns="0" rIns="0" bIns="0" rtlCol="0" anchor="b">
            <a:normAutofit/>
          </a:bodyPr>
          <a:lstStyle>
            <a:lvl1pPr>
              <a:defRPr>
                <a:latin typeface="+mj-lt"/>
                <a:sym typeface="Arial" panose="020B0604020202020204" pitchFamily="34" charset="0"/>
              </a:defRPr>
            </a:lvl1pPr>
          </a:lstStyle>
          <a:p>
            <a:pPr lvl="0" algn="l">
              <a:buClrTx/>
              <a:buSzTx/>
              <a:buFontTx/>
            </a:pPr>
            <a:r>
              <a:rPr lang="en-US" dirty="0">
                <a:ea typeface="+mj-ea"/>
                <a:sym typeface="+mn-ea"/>
              </a:rPr>
              <a:t>AI Interview Preparation &amp; Feedback System</a:t>
            </a:r>
            <a:endParaRPr lang="en-US" dirty="0">
              <a:ea typeface="+mj-ea"/>
              <a:sym typeface="+mn-ea"/>
            </a:endParaRPr>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2"/>
          <p:cNvSpPr txBox="1">
            <a:spLocks noGrp="1"/>
          </p:cNvSpPr>
          <p:nvPr>
            <p:custDataLst>
              <p:tags r:id="rId1"/>
            </p:custDataLst>
          </p:nvPr>
        </p:nvSpPr>
        <p:spPr>
          <a:xfrm>
            <a:off x="152400" y="254635"/>
            <a:ext cx="11235690" cy="586740"/>
          </a:xfrm>
          <a:prstGeom prst="rect">
            <a:avLst/>
          </a:prstGeom>
        </p:spPr>
        <p:txBody>
          <a:bodyPr vert="horz" wrap="square" lIns="0" tIns="12700" rIns="0" bIns="0" rtlCol="0">
            <a:normAutofit/>
          </a:bodyPr>
          <a:lstStyle>
            <a:lvl1pPr>
              <a:defRPr sz="1800" b="0" i="0">
                <a:solidFill>
                  <a:schemeClr val="tx1"/>
                </a:solidFill>
                <a:latin typeface="Verdana" panose="020B0604030504040204"/>
                <a:ea typeface="+mj-ea"/>
                <a:cs typeface="Verdana" panose="020B0604030504040204"/>
              </a:defRPr>
            </a:lvl1pPr>
          </a:lstStyle>
          <a:p>
            <a:pPr marL="12700" algn="ctr">
              <a:lnSpc>
                <a:spcPct val="100000"/>
              </a:lnSpc>
              <a:spcBef>
                <a:spcPts val="100"/>
              </a:spcBef>
            </a:pPr>
            <a:r>
              <a:rPr lang="en-US" altLang="en-US" sz="2800" dirty="0">
                <a:solidFill>
                  <a:schemeClr val="tx1"/>
                </a:solidFill>
                <a:latin typeface="+mj-lt"/>
                <a:cs typeface="Times New Roman" panose="02020603050405020304" pitchFamily="18" charset="0"/>
                <a:sym typeface="+mn-ea"/>
              </a:rPr>
              <a:t>AI Interview Preparation &amp; Feedback System</a:t>
            </a:r>
            <a:endParaRPr lang="en-US" altLang="en-US" sz="2800" spc="-10" dirty="0">
              <a:solidFill>
                <a:schemeClr val="tx1"/>
              </a:solidFill>
              <a:latin typeface="+mj-lt"/>
              <a:cs typeface="Times New Roman" panose="02020603050405020304" pitchFamily="18" charset="0"/>
              <a:sym typeface="+mn-ea"/>
            </a:endParaRPr>
          </a:p>
        </p:txBody>
      </p:sp>
      <p:sp>
        <p:nvSpPr>
          <p:cNvPr id="6" name="object 4"/>
          <p:cNvSpPr txBox="1">
            <a:spLocks noGrp="1"/>
          </p:cNvSpPr>
          <p:nvPr>
            <p:custDataLst>
              <p:tags r:id="rId2"/>
            </p:custDataLst>
          </p:nvPr>
        </p:nvSpPr>
        <p:spPr>
          <a:xfrm>
            <a:off x="977265" y="1905000"/>
            <a:ext cx="10301605" cy="1677670"/>
          </a:xfrm>
          <a:prstGeom prst="rect">
            <a:avLst/>
          </a:prstGeom>
        </p:spPr>
        <p:txBody>
          <a:bodyPr vert="horz" wrap="square" lIns="0" tIns="10160" rIns="0" bIns="0" rtlCol="0">
            <a:normAutofit/>
          </a:bodyPr>
          <a:lstStyle>
            <a:lvl1pPr marL="0">
              <a:defRPr sz="1800" b="0" i="0">
                <a:solidFill>
                  <a:schemeClr val="tx1"/>
                </a:solidFill>
                <a:latin typeface="Calibri" panose="020F0502020204030204"/>
                <a:ea typeface="+mn-ea"/>
                <a:cs typeface="Calibri" panose="020F0502020204030204"/>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indent="0" algn="just">
              <a:buFont typeface="Wingdings" panose="05000000000000000000" charset="0"/>
              <a:buNone/>
            </a:pPr>
            <a:r>
              <a:rPr lang="en-US" altLang="en-US" dirty="0">
                <a:solidFill>
                  <a:schemeClr val="tx1"/>
                </a:solidFill>
                <a:latin typeface="+mn-lt"/>
                <a:cs typeface="Times New Roman" panose="02020603050405020304" pitchFamily="18" charset="0"/>
              </a:rPr>
              <a:t>The AI Interview Preparation &amp; Feedback System helps users prepare better for interviews by providing personalized practice and instant feedback. It allows users to understand their strengths and weaknesses and improve their communication and confidence. The system supports continuous learning through regular mock interviews and suggestions. It also saves time and cost by reducing the need for traditional coaching. Overall, it helps users perform better and increases their chances of success in interviews.</a:t>
            </a:r>
            <a:endParaRPr lang="en-US" altLang="en-US" dirty="0">
              <a:solidFill>
                <a:schemeClr val="tx1"/>
              </a:solidFill>
              <a:latin typeface="+mn-lt"/>
              <a:cs typeface="Times New Roman" panose="02020603050405020304" pitchFamily="18" charset="0"/>
            </a:endParaRPr>
          </a:p>
        </p:txBody>
      </p:sp>
      <p:sp>
        <p:nvSpPr>
          <p:cNvPr id="10" name="Title 9"/>
          <p:cNvSpPr>
            <a:spLocks noGrp="1"/>
          </p:cNvSpPr>
          <p:nvPr>
            <p:ph type="title"/>
            <p:custDataLst>
              <p:tags r:id="rId3"/>
            </p:custDataLst>
          </p:nvPr>
        </p:nvSpPr>
        <p:spPr>
          <a:xfrm>
            <a:off x="694690" y="840740"/>
            <a:ext cx="10800080" cy="689610"/>
          </a:xfrm>
        </p:spPr>
        <p:txBody>
          <a:bodyPr vert="horz" lIns="0" tIns="0" rIns="0" bIns="0" rtlCol="0" anchor="b">
            <a:normAutofit/>
          </a:bodyPr>
          <a:lstStyle>
            <a:lvl1pPr>
              <a:defRPr>
                <a:latin typeface="+mj-lt"/>
                <a:sym typeface="Arial" panose="020B0604020202020204" pitchFamily="34" charset="0"/>
              </a:defRPr>
            </a:lvl1pPr>
          </a:lstStyle>
          <a:p>
            <a:pPr lvl="0" algn="l">
              <a:buClrTx/>
              <a:buSzTx/>
              <a:buFontTx/>
            </a:pPr>
            <a:r>
              <a:rPr lang="en-US" dirty="0">
                <a:ea typeface="+mj-ea"/>
                <a:sym typeface="+mn-ea"/>
              </a:rPr>
              <a:t>                   </a:t>
            </a:r>
            <a:r>
              <a:rPr lang="en-US" dirty="0">
                <a:solidFill>
                  <a:schemeClr val="accent1"/>
                </a:solidFill>
                <a:ea typeface="+mj-ea"/>
                <a:sym typeface="+mn-ea"/>
              </a:rPr>
              <a:t>CONCLUSION</a:t>
            </a:r>
            <a:endParaRPr lang="en-US" dirty="0">
              <a:solidFill>
                <a:schemeClr val="accent1"/>
              </a:solidFill>
              <a:ea typeface="+mj-ea"/>
              <a:sym typeface="+mn-ea"/>
            </a:endParaRPr>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5"/>
          <p:cNvSpPr>
            <a:spLocks noGrp="1"/>
          </p:cNvSpPr>
          <p:nvPr/>
        </p:nvSpPr>
        <p:spPr>
          <a:xfrm>
            <a:off x="788035" y="2225675"/>
            <a:ext cx="9641840" cy="1986915"/>
          </a:xfrm>
          <a:prstGeom prst="rect">
            <a:avLst/>
          </a:prstGeom>
        </p:spPr>
        <p:txBody>
          <a:bodyPr vert="horz" wrap="square" lIns="0" tIns="12700" rIns="0" bIns="0" rtlCol="0" anchor="t" anchorCtr="0">
            <a:noAutofit/>
          </a:bodyPr>
          <a:lstStyle>
            <a:lvl1pPr marL="12700" marR="0" algn="ctr" defTabSz="914400" rtl="0" eaLnBrk="1" fontAlgn="auto" latinLnBrk="0" hangingPunct="1">
              <a:lnSpc>
                <a:spcPct val="100000"/>
              </a:lnSpc>
              <a:spcBef>
                <a:spcPts val="100"/>
              </a:spcBef>
              <a:buClrTx/>
              <a:buSzTx/>
              <a:buFontTx/>
              <a:buNone/>
              <a:defRPr kumimoji="0" lang="en-US" altLang="en-US" sz="3200" b="1" i="0" u="none" strike="noStrike" kern="0" cap="none" spc="0" normalizeH="0" baseline="0" noProof="1" dirty="0">
                <a:solidFill>
                  <a:srgbClr val="C00000"/>
                </a:solidFill>
                <a:uFillTx/>
                <a:latin typeface="+mj-lt"/>
                <a:ea typeface="+mj-ea"/>
                <a:cs typeface="Verdana" panose="020B0604030504040204"/>
                <a:sym typeface="+mn-ea"/>
              </a:defRPr>
            </a:lvl1pPr>
          </a:lstStyle>
          <a:p>
            <a:pPr algn="ctr">
              <a:buNone/>
            </a:pPr>
            <a:r>
              <a:rPr sz="5400">
                <a:solidFill>
                  <a:schemeClr val="accent1"/>
                </a:solidFill>
                <a:cs typeface="Arial" panose="020B0604020202020204" pitchFamily="34" charset="0"/>
              </a:rPr>
              <a:t>THANK YOU</a:t>
            </a:r>
            <a:endParaRPr sz="5400">
              <a:solidFill>
                <a:schemeClr val="accent1"/>
              </a:solidFill>
              <a:cs typeface="Arial" panose="020B0604020202020204" pitchFamily="34" charset="0"/>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Lst>
</file>

<file path=ppt/tags/tag3.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_1*f*4"/>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3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13.xml><?xml version="1.0" encoding="utf-8"?>
<p:tagLst xmlns:p="http://schemas.openxmlformats.org/presentationml/2006/main">
  <p:tag name="KSO_WM_UNIT_ISCONTENTSTITLE" val="1"/>
  <p:tag name="KSO_WM_UNIT_ISNUMDGMTITLE" val="0"/>
  <p:tag name="KSO_WM_UNIT_PRESET_TEXT" val="标题"/>
  <p:tag name="KSO_WM_UNIT_NOCLEAR" val="0"/>
  <p:tag name="KSO_WM_UNIT_VALUE" val="3"/>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1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Lst>
</file>

<file path=ppt/tags/tag19.xml><?xml version="1.0" encoding="utf-8"?>
<p:tagLst xmlns:p="http://schemas.openxmlformats.org/presentationml/2006/main">
  <p:tag name="KSO_WM_UNIT_PRESET_TEXT" val="节编号"/>
  <p:tag name="KSO_WM_UNIT_NOCLEAR" val="0"/>
  <p:tag name="KSO_WM_UNIT_VALUE" val="13"/>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3.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86"/>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2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273"/>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8.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Lst>
</file>

<file path=ppt/tags/tag29.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3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31.xml><?xml version="1.0" encoding="utf-8"?>
<p:tagLst xmlns:p="http://schemas.openxmlformats.org/presentationml/2006/main">
  <p:tag name="KSO_WM_UNIT_ISCONTENTSTITLE" val="0"/>
  <p:tag name="KSO_WM_UNIT_ISNUMDGMTITLE" val="0"/>
  <p:tag name="KSO_WM_UNIT_PRESET_TEXT" val="单击此处编辑母版文本样式"/>
  <p:tag name="KSO_WM_UNIT_NOCLEAR" val="0"/>
  <p:tag name="KSO_WM_UNIT_VALUE" val="19"/>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32.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128"/>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36.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Lst>
</file>

<file path=ppt/tags/tag37.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44.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396"/>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8.xml><?xml version="1.0" encoding="utf-8"?>
<p:tagLst xmlns:p="http://schemas.openxmlformats.org/presentationml/2006/main">
  <p:tag name="KSO_WM_UNIT_ISCONTENTSTITLE" val="0"/>
  <p:tag name="KSO_WM_UNIT_ISNUMDGMTITLE" val="0"/>
  <p:tag name="KSO_WM_UNIT_PRESET_TEXT" val="单击此处编辑母版副标题样式"/>
  <p:tag name="KSO_WM_UNIT_NOCLEAR" val="0"/>
  <p:tag name="KSO_WM_UNIT_VALUE" val="40"/>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5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55.xml><?xml version="1.0" encoding="utf-8"?>
<p:tagLst xmlns:p="http://schemas.openxmlformats.org/presentationml/2006/main">
  <p:tag name="KSO_WM_UNIT_SUBTYPE" val="b"/>
  <p:tag name="KSO_WM_UNIT_PRESET_TEXT" val="署名占位符"/>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2"/>
  <p:tag name="KSO_WM_UNIT_ID" val="_11*f*2"/>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9.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62"/>
</p:tagLst>
</file>

<file path=ppt/tags/tag60.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VALUE" val="611"/>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1.0"/>
  <p:tag name="KSO_WM_BEAUTIFY_FLAG" val="#wm#"/>
  <p:tag name="KSO_WM_TEMPLATE_CATEGORY" val="custom"/>
  <p:tag name="KSO_WM_TEMPLATE_INDEX" val="20233462"/>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4.xml><?xml version="1.0" encoding="utf-8"?>
<p:tagLst xmlns:p="http://schemas.openxmlformats.org/presentationml/2006/main">
  <p:tag name="KSO_WM_TEMPLATE_THUMBS_INDEX" val="1、9"/>
  <p:tag name="KSO_WM_SPECIAL_SOURCE" val="bdnull"/>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62"/>
</p:tagLst>
</file>

<file path=ppt/tags/tag65.xml><?xml version="1.0" encoding="utf-8"?>
<p:tagLst xmlns:p="http://schemas.openxmlformats.org/presentationml/2006/main">
  <p:tag name="KSO_WM_UNIT_INDEX" val="1"/>
  <p:tag name="KSO_WM_UNIT_TYPE" val="f"/>
  <p:tag name="KSO_WM_UNIT_SUBTYPE" val="a"/>
  <p:tag name="KSO_WM_BEAUTIFY_FLAG" val="#wm#"/>
</p:tagLst>
</file>

<file path=ppt/tags/tag66.xml><?xml version="1.0" encoding="utf-8"?>
<p:tagLst xmlns:p="http://schemas.openxmlformats.org/presentationml/2006/main">
  <p:tag name="KSO_WM_UNIT_INDEX" val="6"/>
  <p:tag name="KSO_WM_UNIT_TYPE" val="i"/>
  <p:tag name="KSO_WM_BEAUTIFY_FLAG" val="#wm#"/>
</p:tagLst>
</file>

<file path=ppt/tags/tag67.xml><?xml version="1.0" encoding="utf-8"?>
<p:tagLst xmlns:p="http://schemas.openxmlformats.org/presentationml/2006/main">
  <p:tag name="KSO_WM_UNIT_INDEX" val="14"/>
  <p:tag name="KSO_WM_UNIT_TYPE" val="f"/>
  <p:tag name="KSO_WM_UNIT_SUBTYPE" val="a"/>
  <p:tag name="KSO_WM_BEAUTIFY_FLAG" val="#wm#"/>
</p:tagLst>
</file>

<file path=ppt/tags/tag68.xml><?xml version="1.0" encoding="utf-8"?>
<p:tagLst xmlns:p="http://schemas.openxmlformats.org/presentationml/2006/main">
  <p:tag name="KSO_WM_SLIDE_TYPE" val="text"/>
  <p:tag name="KSO_WM_BEAUTIFY_FLAG" val="#wm#"/>
  <p:tag name="KSO_WM_SLIDE_THEME_ID" val="3313952"/>
  <p:tag name="KSO_WM_SLIDE_THEME_NAME" val="Black Business"/>
</p:tagLst>
</file>

<file path=ppt/tags/tag69.xml><?xml version="1.0" encoding="utf-8"?>
<p:tagLst xmlns:p="http://schemas.openxmlformats.org/presentationml/2006/main">
  <p:tag name="KSO_WM_UNIT_INDEX" val="2"/>
  <p:tag name="KSO_WM_UNIT_TYPE" val="a"/>
  <p:tag name="KSO_WM_BEAUTIFY_FLAG" val="#wm#"/>
</p:tagLst>
</file>

<file path=ppt/tags/tag70.xml><?xml version="1.0" encoding="utf-8"?>
<p:tagLst xmlns:p="http://schemas.openxmlformats.org/presentationml/2006/main">
  <p:tag name="KSO_WM_UNIT_INDEX" val="7"/>
  <p:tag name="KSO_WM_UNIT_TYPE" val="f"/>
  <p:tag name="KSO_WM_UNIT_SUBTYPE" val="a"/>
  <p:tag name="KSO_WM_BEAUTIFY_FLAG" val="#wm#"/>
</p:tagLst>
</file>

<file path=ppt/tags/tag71.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Lst>
</file>

<file path=ppt/tags/tag72.xml><?xml version="1.0" encoding="utf-8"?>
<p:tagLst xmlns:p="http://schemas.openxmlformats.org/presentationml/2006/main">
  <p:tag name="KSO_WM_SLIDE_TYPE" val="text"/>
  <p:tag name="KSO_WM_BEAUTIFY_FLAG" val="#wm#"/>
</p:tagLst>
</file>

<file path=ppt/tags/tag73.xml><?xml version="1.0" encoding="utf-8"?>
<p:tagLst xmlns:p="http://schemas.openxmlformats.org/presentationml/2006/main">
  <p:tag name="KSO_WM_UNIT_INDEX" val="3"/>
  <p:tag name="KSO_WM_UNIT_TYPE" val="f"/>
  <p:tag name="KSO_WM_UNIT_SUBTYPE" val="a"/>
  <p:tag name="KSO_WM_BEAUTIFY_FLAG" val="#wm#"/>
</p:tagLst>
</file>

<file path=ppt/tags/tag74.xml><?xml version="1.0" encoding="utf-8"?>
<p:tagLst xmlns:p="http://schemas.openxmlformats.org/presentationml/2006/main">
  <p:tag name="KSO_WM_UNIT_INDEX" val="2"/>
  <p:tag name="KSO_WM_UNIT_TYPE" val="a"/>
  <p:tag name="KSO_WM_BEAUTIFY_FLAG" val="#wm#"/>
</p:tagLst>
</file>

<file path=ppt/tags/tag75.xml><?xml version="1.0" encoding="utf-8"?>
<p:tagLst xmlns:p="http://schemas.openxmlformats.org/presentationml/2006/main">
  <p:tag name="KSO_WM_UNIT_INDEX" val="7"/>
  <p:tag name="KSO_WM_UNIT_TYPE" val="f"/>
  <p:tag name="KSO_WM_UNIT_SUBTYPE" val="a"/>
  <p:tag name="KSO_WM_BEAUTIFY_FLAG" val="#wm#"/>
</p:tagLst>
</file>

<file path=ppt/tags/tag76.xml><?xml version="1.0" encoding="utf-8"?>
<p:tagLst xmlns:p="http://schemas.openxmlformats.org/presentationml/2006/main">
  <p:tag name="KSO_WM_UNIT_TEXT" val="AI Interview Preparation &amp; Feedback System"/>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77.xml><?xml version="1.0" encoding="utf-8"?>
<p:tagLst xmlns:p="http://schemas.openxmlformats.org/presentationml/2006/main">
  <p:tag name="KSO_WM_SLIDE_TYPE" val="text"/>
  <p:tag name="KSO_WM_BEAUTIFY_FLAG" val="#wm#"/>
</p:tagLst>
</file>

<file path=ppt/tags/tag78.xml><?xml version="1.0" encoding="utf-8"?>
<p:tagLst xmlns:p="http://schemas.openxmlformats.org/presentationml/2006/main">
  <p:tag name="KSO_WM_UNIT_INDEX" val="2"/>
  <p:tag name="KSO_WM_UNIT_TYPE" val="f"/>
  <p:tag name="KSO_WM_UNIT_SUBTYPE" val="a"/>
  <p:tag name="KSO_WM_BEAUTIFY_FLAG" val="#wm#"/>
</p:tagLst>
</file>

<file path=ppt/tags/tag79.xml><?xml version="1.0" encoding="utf-8"?>
<p:tagLst xmlns:p="http://schemas.openxmlformats.org/presentationml/2006/main">
  <p:tag name="KSO_WM_UNIT_INDEX" val="3"/>
  <p:tag name="KSO_WM_UNIT_TYPE" val="f"/>
  <p:tag name="KSO_WM_UNIT_SUBTYPE" val="a"/>
  <p:tag name="KSO_WM_BEAUTIFY_FLAG" val="#wm#"/>
</p:tagLst>
</file>

<file path=ppt/tags/tag80.xml><?xml version="1.0" encoding="utf-8"?>
<p:tagLst xmlns:p="http://schemas.openxmlformats.org/presentationml/2006/main">
  <p:tag name="KSO_WM_UNIT_TEXT" val="AI Interview Preparation &amp; Feedback System&#13;"/>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81.xml><?xml version="1.0" encoding="utf-8"?>
<p:tagLst xmlns:p="http://schemas.openxmlformats.org/presentationml/2006/main">
  <p:tag name="KSO_WM_SLIDE_TYPE" val="text"/>
  <p:tag name="KSO_WM_BEAUTIFY_FLAG" val="#wm#"/>
</p:tagLst>
</file>

<file path=ppt/tags/tag82.xml><?xml version="1.0" encoding="utf-8"?>
<p:tagLst xmlns:p="http://schemas.openxmlformats.org/presentationml/2006/main">
  <p:tag name="KSO_WM_UNIT_INDEX" val="2"/>
  <p:tag name="KSO_WM_UNIT_TYPE" val="f"/>
  <p:tag name="KSO_WM_UNIT_SUBTYPE" val="a"/>
  <p:tag name="KSO_WM_BEAUTIFY_FLAG" val="#wm#"/>
</p:tagLst>
</file>

<file path=ppt/tags/tag83.xml><?xml version="1.0" encoding="utf-8"?>
<p:tagLst xmlns:p="http://schemas.openxmlformats.org/presentationml/2006/main">
  <p:tag name="KSO_WM_UNIT_INDEX" val="8"/>
  <p:tag name="KSO_WM_UNIT_TYPE" val="f"/>
  <p:tag name="KSO_WM_UNIT_SUBTYPE" val="a"/>
  <p:tag name="KSO_WM_BEAUTIFY_FLAG" val="#wm#"/>
</p:tagLst>
</file>

<file path=ppt/tags/tag84.xml><?xml version="1.0" encoding="utf-8"?>
<p:tagLst xmlns:p="http://schemas.openxmlformats.org/presentationml/2006/main">
  <p:tag name="KSO_WM_UNIT_TEXT" val="AI Interview Preparation &amp; Feedback System&#13;"/>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85.xml><?xml version="1.0" encoding="utf-8"?>
<p:tagLst xmlns:p="http://schemas.openxmlformats.org/presentationml/2006/main">
  <p:tag name="KSO_WM_SLIDE_TYPE" val="text"/>
  <p:tag name="KSO_WM_BEAUTIFY_FLAG" val="#wm#"/>
</p:tagLst>
</file>

<file path=ppt/tags/tag86.xml><?xml version="1.0" encoding="utf-8"?>
<p:tagLst xmlns:p="http://schemas.openxmlformats.org/presentationml/2006/main">
  <p:tag name="KSO_WM_UNIT_INDEX" val="2"/>
  <p:tag name="KSO_WM_UNIT_TYPE" val="f"/>
  <p:tag name="KSO_WM_UNIT_SUBTYPE" val="a"/>
  <p:tag name="KSO_WM_BEAUTIFY_FLAG" val="#wm#"/>
</p:tagLst>
</file>

<file path=ppt/tags/tag87.xml><?xml version="1.0" encoding="utf-8"?>
<p:tagLst xmlns:p="http://schemas.openxmlformats.org/presentationml/2006/main">
  <p:tag name="KSO_WM_UNIT_INDEX" val="8"/>
  <p:tag name="KSO_WM_UNIT_TYPE" val="f"/>
  <p:tag name="KSO_WM_UNIT_SUBTYPE" val="a"/>
  <p:tag name="KSO_WM_BEAUTIFY_FLAG" val="#wm#"/>
</p:tagLst>
</file>

<file path=ppt/tags/tag88.xml><?xml version="1.0" encoding="utf-8"?>
<p:tagLst xmlns:p="http://schemas.openxmlformats.org/presentationml/2006/main">
  <p:tag name="KSO_WM_UNIT_TEXT" val="AI Interview Preparation &amp; Feedback System"/>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89.xml><?xml version="1.0" encoding="utf-8"?>
<p:tagLst xmlns:p="http://schemas.openxmlformats.org/presentationml/2006/main">
  <p:tag name="KSO_WM_SLIDE_TYPE" val="text"/>
  <p:tag name="KSO_WM_BEAUTIFY_FLAG" val="#wm#"/>
</p:tagLst>
</file>

<file path=ppt/tags/tag90.xml><?xml version="1.0" encoding="utf-8"?>
<p:tagLst xmlns:p="http://schemas.openxmlformats.org/presentationml/2006/main">
  <p:tag name="KSO_WM_UNIT_INDEX" val="1"/>
  <p:tag name="KSO_WM_UNIT_TYPE" val="a"/>
  <p:tag name="KSO_WM_BEAUTIFY_FLAG" val="#wm#"/>
</p:tagLst>
</file>

<file path=ppt/tags/tag91.xml><?xml version="1.0" encoding="utf-8"?>
<p:tagLst xmlns:p="http://schemas.openxmlformats.org/presentationml/2006/main">
  <p:tag name="KSO_WM_UNIT_INDEX" val="3"/>
  <p:tag name="KSO_WM_UNIT_TYPE" val="j"/>
  <p:tag name="KSO_WM_BEAUTIFY_FLAG" val="#wm#"/>
</p:tagLst>
</file>

<file path=ppt/tags/tag92.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Lst>
</file>

<file path=ppt/tags/tag93.xml><?xml version="1.0" encoding="utf-8"?>
<p:tagLst xmlns:p="http://schemas.openxmlformats.org/presentationml/2006/main">
  <p:tag name="KSO_WM_SLIDE_TYPE" val="text"/>
  <p:tag name="KSO_WM_BEAUTIFY_FLAG" val="#wm#"/>
</p:tagLst>
</file>

<file path=ppt/tags/tag94.xml><?xml version="1.0" encoding="utf-8"?>
<p:tagLst xmlns:p="http://schemas.openxmlformats.org/presentationml/2006/main">
  <p:tag name="KSO_WM_UNIT_INDEX" val="6"/>
  <p:tag name="KSO_WM_UNIT_TYPE" val="f"/>
  <p:tag name="KSO_WM_UNIT_SUBTYPE" val="a"/>
  <p:tag name="KSO_WM_BEAUTIFY_FLAG" val="#wm#"/>
</p:tagLst>
</file>

<file path=ppt/tags/tag95.xml><?xml version="1.0" encoding="utf-8"?>
<p:tagLst xmlns:p="http://schemas.openxmlformats.org/presentationml/2006/main">
  <p:tag name="KSO_WM_UNIT_TEXT" val="AI Interview Preparation &amp; Feedback System&#13;"/>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96.xml><?xml version="1.0" encoding="utf-8"?>
<p:tagLst xmlns:p="http://schemas.openxmlformats.org/presentationml/2006/main">
  <p:tag name="KSO_WM_SLIDE_TYPE" val="text"/>
  <p:tag name="KSO_WM_BEAUTIFY_FLAG" val="#wm#"/>
</p:tagLst>
</file>

<file path=ppt/tags/tag97.xml><?xml version="1.0" encoding="utf-8"?>
<p:tagLst xmlns:p="http://schemas.openxmlformats.org/presentationml/2006/main">
  <p:tag name="KSO_WM_UNIT_INDEX" val="1"/>
  <p:tag name="KSO_WM_UNIT_TYPE" val="a"/>
  <p:tag name="KSO_WM_BEAUTIFY_FLAG" val="#wm#"/>
</p:tagLst>
</file>

<file path=ppt/tags/tag98.xml><?xml version="1.0" encoding="utf-8"?>
<p:tagLst xmlns:p="http://schemas.openxmlformats.org/presentationml/2006/main">
  <p:tag name="KSO_WM_UNIT_INDEX" val="8"/>
  <p:tag name="KSO_WM_UNIT_TYPE" val="f"/>
  <p:tag name="KSO_WM_UNIT_SUBTYPE" val="a"/>
  <p:tag name="KSO_WM_BEAUTIFY_FLAG" val="#wm#"/>
</p:tagLst>
</file>

<file path=ppt/tags/tag99.xml><?xml version="1.0" encoding="utf-8"?>
<p:tagLst xmlns:p="http://schemas.openxmlformats.org/presentationml/2006/main">
  <p:tag name="KSO_WM_UNIT_TEXT" val="AI Interview Preparation &amp; Feedback System"/>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0.xml><?xml version="1.0" encoding="utf-8"?>
<p:tagLst xmlns:p="http://schemas.openxmlformats.org/presentationml/2006/main">
  <p:tag name="KSO_WM_SLIDE_TYPE" val="text"/>
  <p:tag name="KSO_WM_BEAUTIFY_FLAG" val="#wm#"/>
</p:tagLst>
</file>

<file path=ppt/tags/tag101.xml><?xml version="1.0" encoding="utf-8"?>
<p:tagLst xmlns:p="http://schemas.openxmlformats.org/presentationml/2006/main">
  <p:tag name="KSO_WM_UNIT_INDEX" val="2"/>
  <p:tag name="KSO_WM_UNIT_TYPE" val="a"/>
  <p:tag name="KSO_WM_BEAUTIFY_FLAG" val="#wm#"/>
</p:tagLst>
</file>

<file path=ppt/tags/tag102.xml><?xml version="1.0" encoding="utf-8"?>
<p:tagLst xmlns:p="http://schemas.openxmlformats.org/presentationml/2006/main">
  <p:tag name="KSO_WM_UNIT_INDEX" val="7"/>
  <p:tag name="KSO_WM_UNIT_TYPE" val="f"/>
  <p:tag name="KSO_WM_UNIT_SUBTYPE" val="a"/>
  <p:tag name="KSO_WM_BEAUTIFY_FLAG" val="#wm#"/>
</p:tagLst>
</file>

<file path=ppt/tags/tag103.xml><?xml version="1.0" encoding="utf-8"?>
<p:tagLst xmlns:p="http://schemas.openxmlformats.org/presentationml/2006/main">
  <p:tag name="KSO_WM_UNIT_TEXT" val="TECHNOLOGIES USED&#13;&#13;&#13;&#13;"/>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4.xml><?xml version="1.0" encoding="utf-8"?>
<p:tagLst xmlns:p="http://schemas.openxmlformats.org/presentationml/2006/main">
  <p:tag name="KSO_WM_SLIDE_TYPE" val="text"/>
  <p:tag name="KSO_WM_BEAUTIFY_FLAG" val="#wm#"/>
</p:tagLst>
</file>

<file path=ppt/tags/tag105.xml><?xml version="1.0" encoding="utf-8"?>
<p:tagLst xmlns:p="http://schemas.openxmlformats.org/presentationml/2006/main">
  <p:tag name="KSO_WM_UNIT_INDEX" val="1"/>
  <p:tag name="KSO_WM_UNIT_TYPE" val="a"/>
  <p:tag name="KSO_WM_BEAUTIFY_FLAG" val="#wm#"/>
</p:tagLst>
</file>

<file path=ppt/tags/tag106.xml><?xml version="1.0" encoding="utf-8"?>
<p:tagLst xmlns:p="http://schemas.openxmlformats.org/presentationml/2006/main">
  <p:tag name="KSO_WM_UNIT_INDEX" val="3"/>
  <p:tag name="KSO_WM_UNIT_TYPE" val="f"/>
  <p:tag name="KSO_WM_UNIT_SUBTYPE" val="a"/>
  <p:tag name="KSO_WM_BEAUTIFY_FLAG" val="#wm#"/>
</p:tagLst>
</file>

<file path=ppt/tags/tag107.xml><?xml version="1.0" encoding="utf-8"?>
<p:tagLst xmlns:p="http://schemas.openxmlformats.org/presentationml/2006/main">
  <p:tag name="KSO_WM_UNIT_TEXT" val="AI Interview Preparation &amp; Feedback System"/>
  <p:tag name="KSO_WM_UNIT_INDEX" val="1"/>
  <p:tag name="KSO_WM_UNIT_TYPE" val="a"/>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HIGHLIGHT" val="0"/>
  <p:tag name="KSO_WM_UNIT_COMPATIBLE" val="0"/>
  <p:tag name="KSO_WM_UNIT_DIAGRAM_ISNUMVISUAL" val="0"/>
  <p:tag name="KSO_WM_UNIT_DIAGRAM_ISREFERUNIT" val="0"/>
  <p:tag name="KSO_WM_UNIT_ID" val="_2*a*1"/>
  <p:tag name="KSO_WM_UNIT_LAYERLEVEL" val="1"/>
  <p:tag name="KSO_WM_TAG_VERSION" val="3.0"/>
</p:tagLst>
</file>

<file path=ppt/tags/tag108.xml><?xml version="1.0" encoding="utf-8"?>
<p:tagLst xmlns:p="http://schemas.openxmlformats.org/presentationml/2006/main">
  <p:tag name="KSO_WM_SLIDE_TYPE" val="text"/>
  <p:tag name="KSO_WM_BEAUTIFY_FLAG" val="#wm#"/>
</p:tagLst>
</file>

<file path=ppt/tags/tag109.xml><?xml version="1.0" encoding="utf-8"?>
<p:tagLst xmlns:p="http://schemas.openxmlformats.org/presentationml/2006/main">
  <p:tag name="KSO_WM_SPECIAL_SOURCE" val="bdnull"/>
  <p:tag name="KSO_WM_SLIDE_ID" val="custom20233462_9"/>
  <p:tag name="KSO_WM_TEMPLATE_SUBCATEGORY" val="29"/>
  <p:tag name="KSO_WM_TEMPLATE_MASTER_TYPE" val="0"/>
  <p:tag name="KSO_WM_TEMPLATE_COLOR_TYPE" val="0"/>
  <p:tag name="KSO_WM_SLIDE_TYPE" val="endPage"/>
  <p:tag name="KSO_WM_SLIDE_SUBTYPE" val="pureTxt"/>
  <p:tag name="KSO_WM_SLIDE_ITEM_CNT" val="0"/>
  <p:tag name="KSO_WM_SLIDE_INDEX" val="9"/>
  <p:tag name="KSO_WM_TAG_VERSION" val="3.0"/>
  <p:tag name="KSO_WM_BEAUTIFY_FLAG" val="#wm#"/>
  <p:tag name="KSO_WM_TEMPLATE_CATEGORY" val="custom"/>
  <p:tag name="KSO_WM_TEMPLATE_INDEX" val="20233462"/>
  <p:tag name="KSO_WM_SLIDE_LAYOUT" val="a_f"/>
  <p:tag name="KSO_WM_SLIDE_LAYOUT_CNT" val="1_1"/>
  <p:tag name="KSO_WM_SLIDE_THEME_ID" val="3313952"/>
  <p:tag name="KSO_WM_SLIDE_THEME_NAME" val="Black Busines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100">
      <a:dk1>
        <a:srgbClr val="000000"/>
      </a:dk1>
      <a:lt1>
        <a:srgbClr val="FFFFFF"/>
      </a:lt1>
      <a:dk2>
        <a:srgbClr val="001548"/>
      </a:dk2>
      <a:lt2>
        <a:srgbClr val="F5F7FF"/>
      </a:lt2>
      <a:accent1>
        <a:srgbClr val="615DFF"/>
      </a:accent1>
      <a:accent2>
        <a:srgbClr val="33C6FD"/>
      </a:accent2>
      <a:accent3>
        <a:srgbClr val="6694FC"/>
      </a:accent3>
      <a:accent4>
        <a:srgbClr val="9963FA"/>
      </a:accent4>
      <a:accent5>
        <a:srgbClr val="CC31F9"/>
      </a:accent5>
      <a:accent6>
        <a:srgbClr val="E646C8"/>
      </a:accent6>
      <a:hlink>
        <a:srgbClr val="304FFE"/>
      </a:hlink>
      <a:folHlink>
        <a:srgbClr val="492067"/>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4783</Words>
  <Application>WPS Presentation</Application>
  <PresentationFormat>Widescreen</PresentationFormat>
  <Paragraphs>137</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12</vt:i4>
      </vt:variant>
    </vt:vector>
  </HeadingPairs>
  <TitlesOfParts>
    <vt:vector size="27" baseType="lpstr">
      <vt:lpstr>Arial</vt:lpstr>
      <vt:lpstr>SimSun</vt:lpstr>
      <vt:lpstr>Wingdings</vt:lpstr>
      <vt:lpstr>Verdana</vt:lpstr>
      <vt:lpstr>Calibri</vt:lpstr>
      <vt:lpstr>Times New Roman</vt:lpstr>
      <vt:lpstr>Times New Roman</vt:lpstr>
      <vt:lpstr>Wingdings</vt:lpstr>
      <vt:lpstr>Inter</vt:lpstr>
      <vt:lpstr>Segoe Print</vt:lpstr>
      <vt:lpstr>Microsoft YaHei</vt:lpstr>
      <vt:lpstr>Arial Unicode MS</vt:lpstr>
      <vt:lpstr>Inter Bold</vt:lpstr>
      <vt:lpstr>Office Theme</vt:lpstr>
      <vt:lpstr>1_Office Theme</vt:lpstr>
      <vt:lpstr>PowerPoint 演示文稿</vt:lpstr>
      <vt:lpstr>AI Interview Preparation &amp; Feedback System</vt:lpstr>
      <vt:lpstr>AI Interview Preparation &amp; Feedback System</vt:lpstr>
      <vt:lpstr>AI Interview Preparation &amp; Feedback System</vt:lpstr>
      <vt:lpstr>AI Interview Preparation &amp; Feedback System</vt:lpstr>
      <vt:lpstr>AI Interview Preparation &amp; Feedback System</vt:lpstr>
      <vt:lpstr> SYSTEM ARCHITECTURE</vt:lpstr>
      <vt:lpstr>AI Interview Preparation &amp; Feedback System</vt:lpstr>
      <vt:lpstr>TECHNOLOGIES USED</vt:lpstr>
      <vt:lpstr>AI Interview Preparation &amp; Feedback System</vt:lpstr>
      <vt:lpstr>                   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Malla Reddy Engineering College for Women</dc:title>
  <dc:creator>Sathwika</dc:creator>
  <cp:lastModifiedBy>Dumbala Rushika</cp:lastModifiedBy>
  <cp:revision>56</cp:revision>
  <dcterms:created xsi:type="dcterms:W3CDTF">2025-07-05T07:10:00Z</dcterms:created>
  <dcterms:modified xsi:type="dcterms:W3CDTF">2026-06-05T11:10:14Z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2025-07-06T12:30:00Z</vt:filetime>
  </property>
  <property fmtid="{D5CDD505-2E9C-101B-9397-08002B2CF9AE}" pid="3" name="LastSaved">
    <vt:filetime>2025-07-07T12:30:00Z</vt:filetime>
  </property>
  <property fmtid="{D5CDD505-2E9C-101B-9397-08002B2CF9AE}" pid="4" name="ICV">
    <vt:lpwstr>5FF82C35AED347128448715451BD1606_12</vt:lpwstr>
  </property>
  <property fmtid="{D5CDD505-2E9C-101B-9397-08002B2CF9AE}" pid="5" name="KSOProductBuildVer">
    <vt:lpwstr>1033-12.1.0.26880</vt:lpwstr>
  </property>
</Properties>
</file>